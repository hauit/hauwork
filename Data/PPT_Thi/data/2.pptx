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0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4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5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7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7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9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2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6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86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83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34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7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69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94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8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82E45D-6F9C-4D76-8601-81294C62A1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9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2A70-63F4-4FBF-13B6-9066A82861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Margie’s Travel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10D25-9FF7-E1FE-5CA3-8603785B9D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Adventure Awaits</a:t>
            </a:r>
          </a:p>
        </p:txBody>
      </p:sp>
      <p:sp>
        <p:nvSpPr>
          <p:cNvPr id="4" name="Sun 3">
            <a:extLst>
              <a:ext uri="{FF2B5EF4-FFF2-40B4-BE49-F238E27FC236}">
                <a16:creationId xmlns:a16="http://schemas.microsoft.com/office/drawing/2014/main" id="{34B8CAF8-6F56-922C-9F33-48CF2C33F789}"/>
              </a:ext>
            </a:extLst>
          </p:cNvPr>
          <p:cNvSpPr/>
          <p:nvPr/>
        </p:nvSpPr>
        <p:spPr>
          <a:xfrm>
            <a:off x="1065565" y="729192"/>
            <a:ext cx="2517422" cy="2246489"/>
          </a:xfrm>
          <a:prstGeom prst="sun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9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8C2D5-19FC-8702-40F3-DD830D05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 Destinations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E653C-355A-6192-E2B7-F58D69102A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Australia</a:t>
            </a:r>
          </a:p>
          <a:p>
            <a:r>
              <a:rPr lang="en-US" dirty="0"/>
              <a:t>Mexico</a:t>
            </a:r>
          </a:p>
          <a:p>
            <a:r>
              <a:rPr lang="en-US" dirty="0"/>
              <a:t>Italy</a:t>
            </a:r>
          </a:p>
          <a:p>
            <a:r>
              <a:rPr lang="en-US" dirty="0"/>
              <a:t>France</a:t>
            </a:r>
          </a:p>
          <a:p>
            <a:r>
              <a:rPr lang="en-US" dirty="0"/>
              <a:t>Brazil</a:t>
            </a:r>
          </a:p>
          <a:p>
            <a:r>
              <a:rPr lang="en-US" dirty="0"/>
              <a:t>Singapore</a:t>
            </a:r>
          </a:p>
          <a:p>
            <a:r>
              <a:rPr lang="en-US" dirty="0"/>
              <a:t>Japan </a:t>
            </a:r>
          </a:p>
          <a:p>
            <a:r>
              <a:rPr lang="en-US" dirty="0"/>
              <a:t>Russia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25319" y="2787650"/>
            <a:ext cx="5178004" cy="281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2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7D37-CE2C-B6FB-945B-9123AC1C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Activities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FBC1E035-5306-97DA-3C83-7105530935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1860346"/>
              </p:ext>
            </p:extLst>
          </p:nvPr>
        </p:nvGraphicFramePr>
        <p:xfrm>
          <a:off x="1090708" y="2772834"/>
          <a:ext cx="466936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4433">
                  <a:extLst>
                    <a:ext uri="{9D8B030D-6E8A-4147-A177-3AD203B41FA5}">
                      <a16:colId xmlns:a16="http://schemas.microsoft.com/office/drawing/2014/main" val="3026376571"/>
                    </a:ext>
                  </a:extLst>
                </a:gridCol>
                <a:gridCol w="1794935">
                  <a:extLst>
                    <a:ext uri="{9D8B030D-6E8A-4147-A177-3AD203B41FA5}">
                      <a16:colId xmlns:a16="http://schemas.microsoft.com/office/drawing/2014/main" val="4088563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65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14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Festival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033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Theme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94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Ski 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30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City Tour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73489"/>
                  </a:ext>
                </a:extLst>
              </a:tr>
            </a:tbl>
          </a:graphicData>
        </a:graphic>
      </p:graphicFrame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505" y="3149600"/>
            <a:ext cx="3132517" cy="170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637" y="3783012"/>
            <a:ext cx="3675063" cy="25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65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7E09-89EB-6346-CA12-ED5F269C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AF0BD15-C279-29FD-967A-77406AC90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65399"/>
              </p:ext>
            </p:extLst>
          </p:nvPr>
        </p:nvGraphicFramePr>
        <p:xfrm>
          <a:off x="1038580" y="2546350"/>
          <a:ext cx="5204175" cy="429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725">
                  <a:extLst>
                    <a:ext uri="{9D8B030D-6E8A-4147-A177-3AD203B41FA5}">
                      <a16:colId xmlns:a16="http://schemas.microsoft.com/office/drawing/2014/main" val="1329214881"/>
                    </a:ext>
                  </a:extLst>
                </a:gridCol>
                <a:gridCol w="1734725">
                  <a:extLst>
                    <a:ext uri="{9D8B030D-6E8A-4147-A177-3AD203B41FA5}">
                      <a16:colId xmlns:a16="http://schemas.microsoft.com/office/drawing/2014/main" val="3405959299"/>
                    </a:ext>
                  </a:extLst>
                </a:gridCol>
                <a:gridCol w="1734725">
                  <a:extLst>
                    <a:ext uri="{9D8B030D-6E8A-4147-A177-3AD203B41FA5}">
                      <a16:colId xmlns:a16="http://schemas.microsoft.com/office/drawing/2014/main" val="3835464596"/>
                    </a:ext>
                  </a:extLst>
                </a:gridCol>
              </a:tblGrid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Retail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Margie’s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33041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970079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Mexico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469074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256178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096344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667599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362254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Japan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786816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Russia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041878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267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02A3-E7E8-FFB7-B2A5-04513323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2B5B1-4DFA-8F38-9166-76C20B513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47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</TotalTime>
  <Words>83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Margie’s Travel</vt:lpstr>
      <vt:lpstr>Travel Destinations</vt:lpstr>
      <vt:lpstr>Extra Activities</vt:lpstr>
      <vt:lpstr>Price comparison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Pham Cuong</cp:lastModifiedBy>
  <cp:revision>5</cp:revision>
  <dcterms:created xsi:type="dcterms:W3CDTF">2023-09-14T00:41:34Z</dcterms:created>
  <dcterms:modified xsi:type="dcterms:W3CDTF">2025-11-13T07:43:00Z</dcterms:modified>
</cp:coreProperties>
</file>