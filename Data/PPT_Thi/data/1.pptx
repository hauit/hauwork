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07-4894-B8F8-2C543136B6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07-4894-B8F8-2C543136B6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07-4894-B8F8-2C543136B6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9421648"/>
        <c:axId val="189421256"/>
      </c:barChart>
      <c:catAx>
        <c:axId val="189421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421256"/>
        <c:crosses val="autoZero"/>
        <c:auto val="1"/>
        <c:lblAlgn val="ctr"/>
        <c:lblOffset val="100"/>
        <c:noMultiLvlLbl val="0"/>
      </c:catAx>
      <c:valAx>
        <c:axId val="189421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421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4823-9686-84D1-5806-BA4D59E52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EFA27-AA2E-7A1D-5282-660608DE4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0E001-F228-4F6A-6570-807AF0F6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867F-7464-64D8-07C0-78E9EF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CA9C-C6EB-1B33-612A-FBF84542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65667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F83D2-4722-FBF3-F944-89314AF2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9BE82-74CC-4506-0D6B-A439574F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D0208-DC34-DC22-505A-AC8BDED6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27DE8-C9D7-36D3-FB14-65E33E66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47930-8A34-BC30-78CC-E206703E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1173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4EE8-4071-3B9F-BC37-4B3FF000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513F2-A90F-B2BC-D666-45EFE8142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C64B9-7282-F349-A95B-8980A5FB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EDE57-C38D-D405-C874-6494BC83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C279B-A7CB-0E1B-A7CC-5210CF25D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4017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7A35-E66B-F477-C960-CEEBAF30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EF410-90F0-95DE-C46D-D3EAB3955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30620-8842-1C06-1E19-3B50A6A73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EF79A-196A-7B56-9D96-2ACDCF3F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7EC6D-4992-80C4-B725-18517AB9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5BEF3-BCE9-4FEA-5CFF-472DD514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4167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87D0-D56E-B13A-3A23-DA9DF7C6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BBA7E-A1F4-3A03-73F1-B25CED0BF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2E55B-2CA9-72F2-D413-1A7AC0C6B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55AFB-BA93-C08A-4724-CDA879F3A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D6BA1-BEF7-AB88-A854-4FC832241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DFA16-8BC4-D8C5-29D7-5F457C86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8650F-8DE9-5E4D-4F69-A8399B74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713B9-64F6-5B93-43E0-7F296F51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2043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3A49-062F-E48C-4094-646E4AE9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2A5567-8B6B-C8FF-59FC-4C4BE696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EAFCC-1246-CC65-C5F9-0B06EB6B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DD30E-D154-38A4-B414-8F9A02AC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89744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A4D36-3E6B-6468-C1DC-F10327FC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0F1A6-D86E-3BD3-A0F3-41CF66C1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9BAA2-B102-A6C2-4606-A398C572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87001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614A-A649-3103-4ED4-D7CA7328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34A20-9984-5C96-EE70-299B45065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2CCFE-9767-F255-5EE1-70BD1DF9D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BF93F-5957-048F-6D30-1ACC99E8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154CE-E9CD-A2E3-4B43-EFB1A02D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5C246-7519-3F4A-68F3-471FD5F3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6858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9C7A-2656-4722-2C89-C42ABECF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F6F9EC-4105-3E67-C5F6-6A62C1CBD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1593A-FEFE-E5C5-3323-20E36D23B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09BF3-06C8-F087-B239-3DED4F53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EF0F4-4E5D-2FD0-8F1A-A7F0B42A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0F8C2-3C11-6F64-009C-4B28D0E0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85416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D701-CC63-C623-5A07-6927B33F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51A15-9301-DB63-0291-7D4A80DD5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56D27-074B-D26C-4B3D-87B57C4D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B12DB-C6FB-1B82-A6E9-E7F6C3F0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3E5A5-F85C-3AE6-0D73-2F6D747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49380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7E3E9D-EC2D-DA0B-879E-2D927D6FA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42322-40E6-EFE0-6FD7-6F3380F2E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2BD99-564F-1A32-AC1B-9F5E7E2B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12CBE-93A5-D6D6-6547-2421FB32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776C-9574-EE72-C117-4BCF4B7F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10037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A56D6-62AE-59AC-7D6D-F5AE05B5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flowChartDocumen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21190-83D7-326A-4C12-676516A42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F8C7A-B3EA-78A6-77E6-E59E152A9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3943D-9E12-48E3-8D9D-5EEBAB9EE5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60AC-A820-67B0-1630-32F8F4AC2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BE16-1E6D-3501-6229-8E320CD77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8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0C0"/>
        </a:buClr>
        <a:buFont typeface="Segoe UI Symbol" panose="020B0502040204020203" pitchFamily="34" charset="0"/>
        <a:buChar char="⊳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Trey Research</a:t>
            </a:r>
            <a:endParaRPr lang="vi-V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507360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742" y="3923146"/>
            <a:ext cx="1437115" cy="2025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952" y="2463207"/>
            <a:ext cx="4181475" cy="2695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r="2464"/>
          <a:stretch/>
        </p:blipFill>
        <p:spPr>
          <a:xfrm>
            <a:off x="264763" y="1667734"/>
            <a:ext cx="6136037" cy="4919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964211-3BF4-0EEA-CF2D-26813C9F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screen?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EAD6A-BA90-F4FC-69F9-0B0832508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88" y="2399062"/>
            <a:ext cx="4059264" cy="28238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TVs and monitors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Computers and laptops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Tablets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Smartphones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Video games</a:t>
            </a:r>
          </a:p>
        </p:txBody>
      </p:sp>
    </p:spTree>
    <p:extLst>
      <p:ext uri="{BB962C8B-B14F-4D97-AF65-F5344CB8AC3E}">
        <p14:creationId xmlns:p14="http://schemas.microsoft.com/office/powerpoint/2010/main" val="310396286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57D84-183A-AB9C-B05A-E0489B95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dangers of too much screen time?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Difficulty making friends</a:t>
            </a:r>
          </a:p>
          <a:p>
            <a:r>
              <a:rPr lang="en-US" dirty="0"/>
              <a:t>Decreased focus</a:t>
            </a:r>
          </a:p>
          <a:p>
            <a:r>
              <a:rPr lang="en-US" dirty="0"/>
              <a:t>Poor school performance</a:t>
            </a:r>
          </a:p>
          <a:p>
            <a:r>
              <a:rPr lang="en-US" dirty="0"/>
              <a:t>Increased hyperactivity</a:t>
            </a:r>
          </a:p>
          <a:p>
            <a:r>
              <a:rPr lang="en-US" dirty="0"/>
              <a:t>Irregular sleep patters</a:t>
            </a:r>
          </a:p>
          <a:p>
            <a:r>
              <a:rPr lang="en-US" dirty="0"/>
              <a:t>Obesity 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671110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6352841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5007855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E11D-0164-9497-8909-2D0E2118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F8675-13D3-678A-32E4-B56E91E3A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presentation summary here</a:t>
            </a:r>
          </a:p>
        </p:txBody>
      </p:sp>
    </p:spTree>
    <p:extLst>
      <p:ext uri="{BB962C8B-B14F-4D97-AF65-F5344CB8AC3E}">
        <p14:creationId xmlns:p14="http://schemas.microsoft.com/office/powerpoint/2010/main" val="47759259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48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Segoe UI Symbol</vt:lpstr>
      <vt:lpstr>Wingdings</vt:lpstr>
      <vt:lpstr>Office Theme</vt:lpstr>
      <vt:lpstr>Trey Research</vt:lpstr>
      <vt:lpstr>What is a screen?</vt:lpstr>
      <vt:lpstr>What are the dangers of too much screen time?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Pham Cuong</cp:lastModifiedBy>
  <cp:revision>7</cp:revision>
  <dcterms:created xsi:type="dcterms:W3CDTF">2023-09-14T00:49:58Z</dcterms:created>
  <dcterms:modified xsi:type="dcterms:W3CDTF">2025-11-13T06:21:07Z</dcterms:modified>
</cp:coreProperties>
</file>