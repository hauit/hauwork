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8-460E-900B-07A87D440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8-460E-900B-07A87D440C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D8-460E-900B-07A87D440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674616"/>
        <c:axId val="212520776"/>
      </c:barChart>
      <c:catAx>
        <c:axId val="210674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520776"/>
        <c:crosses val="autoZero"/>
        <c:auto val="1"/>
        <c:lblAlgn val="ctr"/>
        <c:lblOffset val="100"/>
        <c:noMultiLvlLbl val="0"/>
      </c:catAx>
      <c:valAx>
        <c:axId val="21252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674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62A2-F54D-2592-85EB-D8950903C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377B1-3928-949E-FAF7-45DDD5A5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495A0-50AF-0AC7-AE9D-8EA7F722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654E-5772-B8D0-7166-86D6574E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0AE7-5EB9-2187-3720-9D240829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7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7903-9F12-4434-89F4-D4DD8999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9BB0-83C1-287B-3FBB-A7F8ECB7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88D4C-7726-5D7D-7BCE-43A078D2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2D98-9849-9D21-0FFF-DFCE8AB3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DAC3D-31D9-C93A-283F-A7D306CE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1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5BE1-FFCC-1BF7-DE08-A6BFC36F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7327-7431-B5E6-49F7-4A46E11E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1B3F9-9BB1-4D77-5952-BB9A4597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EAFDD-F160-495A-C9D6-0038619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AF4B-FB3C-81A3-7D45-A8EBA924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CD20-64F7-A36C-BF6C-9E6CCB81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A26E-E5A3-0B4D-1F92-AE15E161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277A1-98A3-F48C-8016-01851C300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982D-FE72-B0FD-34BB-6CE55584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C59C6-E7C2-A7C2-AA6D-12A580D7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ABC6C-A2CE-A1F3-6E72-897D3BCA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6F03-B4F1-3B08-1000-637F974F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A7C9-965B-D69F-59DD-C06842A5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F7E58-D71B-BDD3-3645-BA0064CF8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BC88B-3605-BF70-58B8-EE9CC6B5D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8EB53-469F-C28C-BE5C-650E61170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4AD06-E12F-68C5-04DA-A73ACD76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79F73-4562-F35B-5E48-7472E0B6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C41B1-CF5D-13F2-F7F8-BAEF3656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6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2AA0-FDA3-53BE-B8B6-B43BADBD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13FAC-C6CE-AAA0-E11A-E128EC9C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CB4E0-E345-C573-4E33-14288360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E6C03-3972-9D7E-2DDB-D7F87516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0A994-B985-AD78-51A8-4437AF4A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FFDF9-3312-F9DE-D00B-4C92D49A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509DC-51D3-EA45-924E-4DE3DA01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DCC7-E8E2-DB04-5295-92FBE235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7CE10-9E9E-5FCF-EF9D-3582D0F7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525A8-6BD4-5BA7-54A1-DD6075AFB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4F413-CD23-C5C3-0BB7-78B65B1A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F1DB5-342A-F7DE-CD3D-8493EBC9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3F692-D0B5-C11B-A447-3B0731B3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8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300D-B824-4167-8FE7-1EC77D16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F37B8-5538-6A4B-1E9B-95886DBC6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AFE74-5ADA-3896-C8AE-CEC6D44E3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2E252-227B-DB97-5A27-16584E91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35502-4077-B397-D946-0794FC09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0578-53F1-DCED-C3F4-85CA135E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FC3C-D1CD-8C43-4D48-1EEC15CA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8A087-38CF-BB82-92E5-369D79DC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A3E7-F6A5-5D12-B664-8A8A2BE2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363C-F06B-D6C3-A0B8-D427FE14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D367-9D91-BD00-FFED-21576367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3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B6475-BF75-BB20-9BCD-BDFB0C352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E89AA-19BE-E244-C4DA-22D61257C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C71C2-C444-A78B-7660-EE0FA8A8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3438-67BB-0532-C7D5-1DF9AC50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E6295-F24F-2C47-5722-1051B0D2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4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AE620-4F8D-4AFB-68BF-253577B0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323A9-5B5A-CE72-4EED-0961C8BF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DC3E8-661D-14B9-1552-3A936E2A7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E0D75-E513-4F45-AF8F-ECEB2C89E1C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2C183-7EE8-19D0-CD49-BC8DF793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02C45-E334-9600-BD43-F83ED216D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F031-FC01-0DF3-9011-CB1E0A670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7" y="3602038"/>
            <a:ext cx="9144000" cy="23876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Fabrikam</a:t>
            </a:r>
            <a:r>
              <a:rPr lang="en-US" dirty="0">
                <a:solidFill>
                  <a:schemeClr val="bg1"/>
                </a:solidFill>
              </a:rPr>
              <a:t> Residences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D23BC-0A46-4128-F1F7-F2D96665E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7" y="59896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Colorful places to live and play</a:t>
            </a:r>
          </a:p>
        </p:txBody>
      </p:sp>
    </p:spTree>
    <p:extLst>
      <p:ext uri="{BB962C8B-B14F-4D97-AF65-F5344CB8AC3E}">
        <p14:creationId xmlns:p14="http://schemas.microsoft.com/office/powerpoint/2010/main" val="293368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8C985BE-A729-E45A-7537-1DD3026F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Spectacular Two-Bedroom Apartments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Waterfront Views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0022" y="2600512"/>
            <a:ext cx="3758233" cy="32537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Mountainside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16891"/>
            <a:ext cx="3696285" cy="325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3BDC-B6CE-4CA3-081F-BCE15FAB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Satisfaction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BB39E-7612-56C9-D424-A8FD2074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0951-00AF-927E-A2C4-B5649ADE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433" y="365125"/>
            <a:ext cx="4670366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0F18-DF49-9530-66F1-93AB3EE30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286" y="1825625"/>
            <a:ext cx="5418514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9" y="365125"/>
            <a:ext cx="3758233" cy="3253772"/>
          </a:xfrm>
          <a:prstGeom prst="rect">
            <a:avLst/>
          </a:prstGeom>
        </p:spPr>
      </p:pic>
      <p:pic>
        <p:nvPicPr>
          <p:cNvPr id="5" name="Content Placehold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6" y="3618897"/>
            <a:ext cx="4565073" cy="3136737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4821382" y="365125"/>
            <a:ext cx="1562793" cy="14605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92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1158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158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97C5-7FAA-7296-51BC-F1584A59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City and </a:t>
            </a:r>
            <a:r>
              <a:rPr lang="en-US"/>
              <a:t>Country Locations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100"/>
            <a:ext cx="4565073" cy="31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5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Fabrikam Residences</vt:lpstr>
      <vt:lpstr>Spectacular Two-Bedroom Apartments</vt:lpstr>
      <vt:lpstr>Customer Satisfaction Rating</vt:lpstr>
      <vt:lpstr>PowerPoint Presentation</vt:lpstr>
      <vt:lpstr>PowerPoint Presentation</vt:lpstr>
      <vt:lpstr>Beautiful City and Country Locations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6</cp:revision>
  <dcterms:created xsi:type="dcterms:W3CDTF">2023-09-14T01:14:45Z</dcterms:created>
  <dcterms:modified xsi:type="dcterms:W3CDTF">2025-11-13T06:32:32Z</dcterms:modified>
</cp:coreProperties>
</file>