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58" r:id="rId4"/>
    <p:sldId id="257" r:id="rId5"/>
    <p:sldId id="25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oction" id="{BEDC6807-83E7-4E6C-9E65-F34CDE797ACD}">
          <p14:sldIdLst>
            <p14:sldId id="259"/>
            <p14:sldId id="260"/>
            <p14:sldId id="258"/>
            <p14:sldId id="257"/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87834"/>
      </p:ext>
    </p:extLst>
  </p:cSld>
  <p:clrMapOvr>
    <a:masterClrMapping/>
  </p:clrMapOvr>
  <p:transition spd="slow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65093"/>
      </p:ext>
    </p:extLst>
  </p:cSld>
  <p:clrMapOvr>
    <a:masterClrMapping/>
  </p:clrMapOvr>
  <p:transition spd="slow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DDE62C-8936-4B8F-B997-0D972EB699F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34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99874"/>
      </p:ext>
    </p:extLst>
  </p:cSld>
  <p:clrMapOvr>
    <a:masterClrMapping/>
  </p:clrMapOvr>
  <p:transition spd="slow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42564"/>
      </p:ext>
    </p:extLst>
  </p:cSld>
  <p:clrMapOvr>
    <a:masterClrMapping/>
  </p:clrMapOvr>
  <p:transition spd="slow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90355"/>
      </p:ext>
    </p:extLst>
  </p:cSld>
  <p:clrMapOvr>
    <a:masterClrMapping/>
  </p:clrMapOvr>
  <p:transition spd="slow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71418"/>
      </p:ext>
    </p:extLst>
  </p:cSld>
  <p:clrMapOvr>
    <a:masterClrMapping/>
  </p:clrMapOvr>
  <p:transition spd="slow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70025"/>
      </p:ext>
    </p:extLst>
  </p:cSld>
  <p:clrMapOvr>
    <a:masterClrMapping/>
  </p:clrMapOvr>
  <p:transition spd="slow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75869"/>
      </p:ext>
    </p:extLst>
  </p:cSld>
  <p:clrMapOvr>
    <a:masterClrMapping/>
  </p:clrMapOvr>
  <p:transition spd="slow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E62C-8936-4B8F-B997-0D972EB699F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95962"/>
      </p:ext>
    </p:extLst>
  </p:cSld>
  <p:clrMapOvr>
    <a:masterClrMapping/>
  </p:clrMapOvr>
  <p:transition spd="slow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14DDE62C-8936-4B8F-B997-0D972EB699F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01818"/>
      </p:ext>
    </p:extLst>
  </p:cSld>
  <p:clrMapOvr>
    <a:masterClrMapping/>
  </p:clrMapOvr>
  <p:transition spd="slow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14DDE62C-8936-4B8F-B997-0D972EB699F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EED51ADE-8A47-4D05-97DB-E4961BD1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069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heel spokes="1"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F82C1D-D1AC-3C7F-2D7B-5E09B4EFF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0836" y="2166364"/>
            <a:ext cx="4106488" cy="1739347"/>
          </a:xfrm>
        </p:spPr>
        <p:txBody>
          <a:bodyPr>
            <a:noAutofit/>
          </a:bodyPr>
          <a:lstStyle/>
          <a:p>
            <a:r>
              <a:rPr lang="en-US" sz="4400" dirty="0"/>
              <a:t>First up</a:t>
            </a:r>
            <a:br>
              <a:rPr lang="en-US" sz="4400" dirty="0"/>
            </a:br>
            <a:r>
              <a:rPr lang="en-US" sz="4400" dirty="0"/>
              <a:t>consultants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4BE154E-C52B-3466-306F-FD2B6BDC1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0836" y="3996250"/>
            <a:ext cx="4339244" cy="1309255"/>
          </a:xfrm>
        </p:spPr>
        <p:txBody>
          <a:bodyPr/>
          <a:lstStyle/>
          <a:p>
            <a:r>
              <a:rPr lang="en-US" dirty="0"/>
              <a:t>Technology Specialists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7730836" cy="68839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68990" y="5910083"/>
            <a:ext cx="3462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3057537706"/>
      </p:ext>
    </p:extLst>
  </p:cSld>
  <p:clrMapOvr>
    <a:masterClrMapping/>
  </p:clrMapOvr>
  <p:transition spd="slow"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08265611"/>
      </p:ext>
    </p:extLst>
  </p:cSld>
  <p:clrMapOvr>
    <a:masterClrMapping/>
  </p:clrMapOvr>
  <p:transition spd="slow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DE67-50E5-C93C-622A-B7A2587B4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BD9F3-1451-9870-79F9-5D59BA09E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63231"/>
      </p:ext>
    </p:extLst>
  </p:cSld>
  <p:clrMapOvr>
    <a:masterClrMapping/>
  </p:clrMapOvr>
  <p:transition spd="slow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57DF68-9008-45DD-32E4-CA731DE8D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0553" y="2116489"/>
            <a:ext cx="5691447" cy="1739347"/>
          </a:xfrm>
        </p:spPr>
        <p:txBody>
          <a:bodyPr/>
          <a:lstStyle/>
          <a:p>
            <a:r>
              <a:rPr lang="en-US" dirty="0"/>
              <a:t>Specialties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DF7B6D3-0512-A961-0E5E-7C668772D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5370022" cy="6858000"/>
          </a:xfrm>
          <a:solidFill>
            <a:schemeClr val="tx1"/>
          </a:solidFill>
        </p:spPr>
        <p:txBody>
          <a:bodyPr anchor="ctr">
            <a:noAutofit/>
          </a:bodyPr>
          <a:lstStyle/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Networking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Security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Database Administration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Web Programming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Application Programming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3565091421"/>
      </p:ext>
    </p:extLst>
  </p:cSld>
  <p:clrMapOvr>
    <a:masterClrMapping/>
  </p:clrMapOvr>
  <p:transition spd="slow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8E66BB-1E06-0EEE-9CC9-366024F7A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Consulting team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5FCAC-4C13-7059-9D3B-F4E0A00918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Adam Carter, Manager </a:t>
            </a:r>
          </a:p>
          <a:p>
            <a:r>
              <a:rPr lang="en-US" dirty="0"/>
              <a:t>Sofia Ferreira, Networking specialist</a:t>
            </a:r>
          </a:p>
          <a:p>
            <a:r>
              <a:rPr lang="en-US" dirty="0"/>
              <a:t>Terri </a:t>
            </a:r>
            <a:r>
              <a:rPr lang="en-US" dirty="0" err="1"/>
              <a:t>Chudzik</a:t>
            </a:r>
            <a:r>
              <a:rPr lang="en-US" dirty="0"/>
              <a:t>, Security specialist</a:t>
            </a:r>
          </a:p>
          <a:p>
            <a:r>
              <a:rPr lang="en-US" dirty="0"/>
              <a:t>Matthew </a:t>
            </a:r>
            <a:r>
              <a:rPr lang="en-US" dirty="0" err="1"/>
              <a:t>Hink</a:t>
            </a:r>
            <a:r>
              <a:rPr lang="en-US" dirty="0"/>
              <a:t>, Database administration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A0EDA0-3618-029A-BF7E-C47FEC0A69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Flemming</a:t>
            </a:r>
            <a:r>
              <a:rPr lang="en-US" dirty="0"/>
              <a:t>  Nielsen, Web programming</a:t>
            </a:r>
          </a:p>
          <a:p>
            <a:r>
              <a:rPr lang="en-US" dirty="0"/>
              <a:t>Dorena </a:t>
            </a:r>
            <a:r>
              <a:rPr lang="en-US" dirty="0" err="1"/>
              <a:t>Paschke</a:t>
            </a:r>
            <a:r>
              <a:rPr lang="en-US" dirty="0"/>
              <a:t>, Web programming</a:t>
            </a:r>
          </a:p>
          <a:p>
            <a:r>
              <a:rPr lang="en-US" dirty="0"/>
              <a:t>Andy Teal, Application programming</a:t>
            </a:r>
          </a:p>
          <a:p>
            <a:r>
              <a:rPr lang="en-US" dirty="0"/>
              <a:t>Lee </a:t>
            </a:r>
            <a:r>
              <a:rPr lang="en-US" dirty="0" err="1"/>
              <a:t>Theng</a:t>
            </a:r>
            <a:r>
              <a:rPr lang="en-US" dirty="0"/>
              <a:t> Chia, Training</a:t>
            </a:r>
          </a:p>
        </p:txBody>
      </p:sp>
    </p:spTree>
    <p:extLst>
      <p:ext uri="{BB962C8B-B14F-4D97-AF65-F5344CB8AC3E}">
        <p14:creationId xmlns:p14="http://schemas.microsoft.com/office/powerpoint/2010/main" val="205020915"/>
      </p:ext>
    </p:extLst>
  </p:cSld>
  <p:clrMapOvr>
    <a:masterClrMapping/>
  </p:clrMapOvr>
  <p:transition spd="slow">
    <p:wheel spokes="1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30</TotalTime>
  <Words>64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Corbel</vt:lpstr>
      <vt:lpstr>Wingdings</vt:lpstr>
      <vt:lpstr>Banded</vt:lpstr>
      <vt:lpstr>First up consultants</vt:lpstr>
      <vt:lpstr>Mission</vt:lpstr>
      <vt:lpstr>Goals</vt:lpstr>
      <vt:lpstr>Specialties</vt:lpstr>
      <vt:lpstr>Consulting 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Pham Cuong</cp:lastModifiedBy>
  <cp:revision>5</cp:revision>
  <dcterms:created xsi:type="dcterms:W3CDTF">2023-09-14T01:03:58Z</dcterms:created>
  <dcterms:modified xsi:type="dcterms:W3CDTF">2025-11-13T06:35:14Z</dcterms:modified>
</cp:coreProperties>
</file>