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0" r:id="rId3"/>
    <p:sldId id="261" r:id="rId4"/>
    <p:sldId id="258" r:id="rId5"/>
    <p:sldId id="259" r:id="rId6"/>
  </p:sldIdLst>
  <p:sldSz cx="1243647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805" autoAdjust="0"/>
  </p:normalViewPr>
  <p:slideViewPr>
    <p:cSldViewPr snapToGrid="0">
      <p:cViewPr varScale="1">
        <p:scale>
          <a:sx n="63" d="100"/>
          <a:sy n="63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4560" y="1122363"/>
            <a:ext cx="9327356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4560" y="3602038"/>
            <a:ext cx="9327356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273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65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gredi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55009" y="1938338"/>
            <a:ext cx="10849630" cy="37068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838346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8530" y="1709739"/>
            <a:ext cx="1072646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8530" y="4589464"/>
            <a:ext cx="1072646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972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5008" y="1825625"/>
            <a:ext cx="528550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5965" y="1825625"/>
            <a:ext cx="528550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400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627" y="365126"/>
            <a:ext cx="1072646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628" y="1681163"/>
            <a:ext cx="526121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628" y="2505075"/>
            <a:ext cx="526121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5965" y="1681163"/>
            <a:ext cx="528712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5965" y="2505075"/>
            <a:ext cx="528712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810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397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306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628" y="457200"/>
            <a:ext cx="401108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7122" y="987426"/>
            <a:ext cx="629596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628" y="2057400"/>
            <a:ext cx="401108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425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628" y="457200"/>
            <a:ext cx="401108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87122" y="987426"/>
            <a:ext cx="6295965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628" y="2057400"/>
            <a:ext cx="401108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098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1430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99852" y="365125"/>
            <a:ext cx="268161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5008" y="365125"/>
            <a:ext cx="788938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923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5008" y="365126"/>
            <a:ext cx="1072646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5008" y="1825625"/>
            <a:ext cx="1072646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5008" y="6356351"/>
            <a:ext cx="2798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EE7AAC-8CEC-485B-AC6B-CF6CD7099F4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9583" y="6356351"/>
            <a:ext cx="41973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83260" y="6356351"/>
            <a:ext cx="2798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457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ebp"/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web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ebp"/><Relationship Id="rId2" Type="http://schemas.openxmlformats.org/officeDocument/2006/relationships/image" Target="../media/image6.web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7009" y="947651"/>
            <a:ext cx="6095681" cy="2826327"/>
          </a:xfr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n-US" b="1" dirty="0"/>
              <a:t>Apple Crumble</a:t>
            </a:r>
            <a:endParaRPr lang="vi-VN" dirty="0"/>
          </a:p>
        </p:txBody>
      </p:sp>
      <p:pic>
        <p:nvPicPr>
          <p:cNvPr id="3" name="Sleep Away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77409" y="612062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93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56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FD113-9679-3CCD-4351-47BB40577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Apple Crumble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FE7E3E-B708-FE67-FCFE-3EF2748C60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008" y="1754320"/>
            <a:ext cx="3209345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2769E1-6D5C-9175-4045-4933C5A67D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437" y="1754320"/>
            <a:ext cx="3291640" cy="43888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692528-8E90-A542-C221-8C89EFF597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8964" y="1690689"/>
            <a:ext cx="2972503" cy="445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396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B4255-63DA-A6F6-A23F-B019139CA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40B273-5F81-1E7A-4165-7324D379E2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0" y="0"/>
            <a:ext cx="4578438" cy="68580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DA6BD1-5390-0196-678F-3389CACDDA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112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457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2">
            <a:extLst>
              <a:ext uri="{FF2B5EF4-FFF2-40B4-BE49-F238E27FC236}">
                <a16:creationId xmlns:a16="http://schemas.microsoft.com/office/drawing/2014/main" id="{910DA710-DE32-7422-5F7E-F2EF36256F6C}"/>
              </a:ext>
            </a:extLst>
          </p:cNvPr>
          <p:cNvSpPr txBox="1">
            <a:spLocks/>
          </p:cNvSpPr>
          <p:nvPr/>
        </p:nvSpPr>
        <p:spPr>
          <a:xfrm>
            <a:off x="6410151" y="365126"/>
            <a:ext cx="506588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F0E6C8-E5BE-26CC-DB2F-5420604DBF88}"/>
              </a:ext>
            </a:extLst>
          </p:cNvPr>
          <p:cNvSpPr/>
          <p:nvPr/>
        </p:nvSpPr>
        <p:spPr>
          <a:xfrm>
            <a:off x="1138238" y="745068"/>
            <a:ext cx="4662311" cy="85795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Apple Crumble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FD8A97-66CF-09CB-6A72-5C5EC6B4D016}"/>
              </a:ext>
            </a:extLst>
          </p:cNvPr>
          <p:cNvSpPr/>
          <p:nvPr/>
        </p:nvSpPr>
        <p:spPr>
          <a:xfrm>
            <a:off x="6218238" y="745068"/>
            <a:ext cx="4662311" cy="85795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Method</a:t>
            </a:r>
          </a:p>
        </p:txBody>
      </p:sp>
      <p:sp>
        <p:nvSpPr>
          <p:cNvPr id="3" name="Freeform 2"/>
          <p:cNvSpPr/>
          <p:nvPr/>
        </p:nvSpPr>
        <p:spPr>
          <a:xfrm>
            <a:off x="1138238" y="2070630"/>
            <a:ext cx="8280964" cy="1229223"/>
          </a:xfrm>
          <a:custGeom>
            <a:avLst/>
            <a:gdLst>
              <a:gd name="connsiteX0" fmla="*/ 0 w 8280964"/>
              <a:gd name="connsiteY0" fmla="*/ 122922 h 1229223"/>
              <a:gd name="connsiteX1" fmla="*/ 122922 w 8280964"/>
              <a:gd name="connsiteY1" fmla="*/ 0 h 1229223"/>
              <a:gd name="connsiteX2" fmla="*/ 8158042 w 8280964"/>
              <a:gd name="connsiteY2" fmla="*/ 0 h 1229223"/>
              <a:gd name="connsiteX3" fmla="*/ 8280964 w 8280964"/>
              <a:gd name="connsiteY3" fmla="*/ 122922 h 1229223"/>
              <a:gd name="connsiteX4" fmla="*/ 8280964 w 8280964"/>
              <a:gd name="connsiteY4" fmla="*/ 1106301 h 1229223"/>
              <a:gd name="connsiteX5" fmla="*/ 8158042 w 8280964"/>
              <a:gd name="connsiteY5" fmla="*/ 1229223 h 1229223"/>
              <a:gd name="connsiteX6" fmla="*/ 122922 w 8280964"/>
              <a:gd name="connsiteY6" fmla="*/ 1229223 h 1229223"/>
              <a:gd name="connsiteX7" fmla="*/ 0 w 8280964"/>
              <a:gd name="connsiteY7" fmla="*/ 1106301 h 1229223"/>
              <a:gd name="connsiteX8" fmla="*/ 0 w 8280964"/>
              <a:gd name="connsiteY8" fmla="*/ 122922 h 1229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80964" h="1229223">
                <a:moveTo>
                  <a:pt x="0" y="122922"/>
                </a:moveTo>
                <a:cubicBezTo>
                  <a:pt x="0" y="55034"/>
                  <a:pt x="55034" y="0"/>
                  <a:pt x="122922" y="0"/>
                </a:cubicBezTo>
                <a:lnTo>
                  <a:pt x="8158042" y="0"/>
                </a:lnTo>
                <a:cubicBezTo>
                  <a:pt x="8225930" y="0"/>
                  <a:pt x="8280964" y="55034"/>
                  <a:pt x="8280964" y="122922"/>
                </a:cubicBezTo>
                <a:lnTo>
                  <a:pt x="8280964" y="1106301"/>
                </a:lnTo>
                <a:cubicBezTo>
                  <a:pt x="8280964" y="1174189"/>
                  <a:pt x="8225930" y="1229223"/>
                  <a:pt x="8158042" y="1229223"/>
                </a:cubicBezTo>
                <a:lnTo>
                  <a:pt x="122922" y="1229223"/>
                </a:lnTo>
                <a:cubicBezTo>
                  <a:pt x="55034" y="1229223"/>
                  <a:pt x="0" y="1174189"/>
                  <a:pt x="0" y="1106301"/>
                </a:cubicBezTo>
                <a:lnTo>
                  <a:pt x="0" y="12292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6013" tIns="116013" rIns="1370436" bIns="116013" numCol="1" spcCol="1270" anchor="ctr" anchorCtr="0">
            <a:noAutofit/>
          </a:bodyPr>
          <a:lstStyle/>
          <a:p>
            <a:pPr lvl="0" algn="l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100" kern="1200" dirty="0"/>
              <a:t>Preheat the oven to 392 ‘F (200</a:t>
            </a:r>
            <a:r>
              <a:rPr lang="en-US" sz="2100" b="0" i="0" kern="1200" dirty="0"/>
              <a:t>°C)</a:t>
            </a:r>
            <a:endParaRPr lang="en-US" sz="2100" kern="1200" dirty="0"/>
          </a:p>
        </p:txBody>
      </p:sp>
      <p:sp>
        <p:nvSpPr>
          <p:cNvPr id="4" name="Freeform 3"/>
          <p:cNvSpPr/>
          <p:nvPr/>
        </p:nvSpPr>
        <p:spPr>
          <a:xfrm>
            <a:off x="1868911" y="3504724"/>
            <a:ext cx="8280964" cy="1229223"/>
          </a:xfrm>
          <a:custGeom>
            <a:avLst/>
            <a:gdLst>
              <a:gd name="connsiteX0" fmla="*/ 0 w 8280964"/>
              <a:gd name="connsiteY0" fmla="*/ 122922 h 1229223"/>
              <a:gd name="connsiteX1" fmla="*/ 122922 w 8280964"/>
              <a:gd name="connsiteY1" fmla="*/ 0 h 1229223"/>
              <a:gd name="connsiteX2" fmla="*/ 8158042 w 8280964"/>
              <a:gd name="connsiteY2" fmla="*/ 0 h 1229223"/>
              <a:gd name="connsiteX3" fmla="*/ 8280964 w 8280964"/>
              <a:gd name="connsiteY3" fmla="*/ 122922 h 1229223"/>
              <a:gd name="connsiteX4" fmla="*/ 8280964 w 8280964"/>
              <a:gd name="connsiteY4" fmla="*/ 1106301 h 1229223"/>
              <a:gd name="connsiteX5" fmla="*/ 8158042 w 8280964"/>
              <a:gd name="connsiteY5" fmla="*/ 1229223 h 1229223"/>
              <a:gd name="connsiteX6" fmla="*/ 122922 w 8280964"/>
              <a:gd name="connsiteY6" fmla="*/ 1229223 h 1229223"/>
              <a:gd name="connsiteX7" fmla="*/ 0 w 8280964"/>
              <a:gd name="connsiteY7" fmla="*/ 1106301 h 1229223"/>
              <a:gd name="connsiteX8" fmla="*/ 0 w 8280964"/>
              <a:gd name="connsiteY8" fmla="*/ 122922 h 1229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80964" h="1229223">
                <a:moveTo>
                  <a:pt x="0" y="122922"/>
                </a:moveTo>
                <a:cubicBezTo>
                  <a:pt x="0" y="55034"/>
                  <a:pt x="55034" y="0"/>
                  <a:pt x="122922" y="0"/>
                </a:cubicBezTo>
                <a:lnTo>
                  <a:pt x="8158042" y="0"/>
                </a:lnTo>
                <a:cubicBezTo>
                  <a:pt x="8225930" y="0"/>
                  <a:pt x="8280964" y="55034"/>
                  <a:pt x="8280964" y="122922"/>
                </a:cubicBezTo>
                <a:lnTo>
                  <a:pt x="8280964" y="1106301"/>
                </a:lnTo>
                <a:cubicBezTo>
                  <a:pt x="8280964" y="1174189"/>
                  <a:pt x="8225930" y="1229223"/>
                  <a:pt x="8158042" y="1229223"/>
                </a:cubicBezTo>
                <a:lnTo>
                  <a:pt x="122922" y="1229223"/>
                </a:lnTo>
                <a:cubicBezTo>
                  <a:pt x="55034" y="1229223"/>
                  <a:pt x="0" y="1174189"/>
                  <a:pt x="0" y="1106301"/>
                </a:cubicBezTo>
                <a:lnTo>
                  <a:pt x="0" y="12292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6013" tIns="116013" rIns="1645682" bIns="116013" numCol="1" spcCol="1270" anchor="ctr" anchorCtr="0">
            <a:noAutofit/>
          </a:bodyPr>
          <a:lstStyle/>
          <a:p>
            <a:pPr lvl="0" algn="l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100" kern="1200" dirty="0"/>
              <a:t>Peel, core, and chop the apples. Put apples into a pan with 4 tablespoons of sugar and </a:t>
            </a:r>
            <a:r>
              <a:rPr lang="en-US" sz="2100" b="0" i="0" kern="1200" dirty="0"/>
              <a:t>% cup of water. Cook on medium heat for 10 minutes. Transfer the mixture to a baking dish.</a:t>
            </a:r>
            <a:endParaRPr lang="en-US" sz="2100" kern="1200" dirty="0"/>
          </a:p>
        </p:txBody>
      </p:sp>
      <p:sp>
        <p:nvSpPr>
          <p:cNvPr id="5" name="Freeform 4"/>
          <p:cNvSpPr/>
          <p:nvPr/>
        </p:nvSpPr>
        <p:spPr>
          <a:xfrm>
            <a:off x="2599584" y="4938819"/>
            <a:ext cx="8280964" cy="1229223"/>
          </a:xfrm>
          <a:custGeom>
            <a:avLst/>
            <a:gdLst>
              <a:gd name="connsiteX0" fmla="*/ 0 w 8280964"/>
              <a:gd name="connsiteY0" fmla="*/ 122922 h 1229223"/>
              <a:gd name="connsiteX1" fmla="*/ 122922 w 8280964"/>
              <a:gd name="connsiteY1" fmla="*/ 0 h 1229223"/>
              <a:gd name="connsiteX2" fmla="*/ 8158042 w 8280964"/>
              <a:gd name="connsiteY2" fmla="*/ 0 h 1229223"/>
              <a:gd name="connsiteX3" fmla="*/ 8280964 w 8280964"/>
              <a:gd name="connsiteY3" fmla="*/ 122922 h 1229223"/>
              <a:gd name="connsiteX4" fmla="*/ 8280964 w 8280964"/>
              <a:gd name="connsiteY4" fmla="*/ 1106301 h 1229223"/>
              <a:gd name="connsiteX5" fmla="*/ 8158042 w 8280964"/>
              <a:gd name="connsiteY5" fmla="*/ 1229223 h 1229223"/>
              <a:gd name="connsiteX6" fmla="*/ 122922 w 8280964"/>
              <a:gd name="connsiteY6" fmla="*/ 1229223 h 1229223"/>
              <a:gd name="connsiteX7" fmla="*/ 0 w 8280964"/>
              <a:gd name="connsiteY7" fmla="*/ 1106301 h 1229223"/>
              <a:gd name="connsiteX8" fmla="*/ 0 w 8280964"/>
              <a:gd name="connsiteY8" fmla="*/ 122922 h 1229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80964" h="1229223">
                <a:moveTo>
                  <a:pt x="0" y="122922"/>
                </a:moveTo>
                <a:cubicBezTo>
                  <a:pt x="0" y="55034"/>
                  <a:pt x="55034" y="0"/>
                  <a:pt x="122922" y="0"/>
                </a:cubicBezTo>
                <a:lnTo>
                  <a:pt x="8158042" y="0"/>
                </a:lnTo>
                <a:cubicBezTo>
                  <a:pt x="8225930" y="0"/>
                  <a:pt x="8280964" y="55034"/>
                  <a:pt x="8280964" y="122922"/>
                </a:cubicBezTo>
                <a:lnTo>
                  <a:pt x="8280964" y="1106301"/>
                </a:lnTo>
                <a:cubicBezTo>
                  <a:pt x="8280964" y="1174189"/>
                  <a:pt x="8225930" y="1229223"/>
                  <a:pt x="8158042" y="1229223"/>
                </a:cubicBezTo>
                <a:lnTo>
                  <a:pt x="122922" y="1229223"/>
                </a:lnTo>
                <a:cubicBezTo>
                  <a:pt x="55034" y="1229223"/>
                  <a:pt x="0" y="1174189"/>
                  <a:pt x="0" y="1106301"/>
                </a:cubicBezTo>
                <a:lnTo>
                  <a:pt x="0" y="12292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6013" tIns="116013" rIns="1645682" bIns="116013" numCol="1" spcCol="1270" anchor="ctr" anchorCtr="0">
            <a:noAutofit/>
          </a:bodyPr>
          <a:lstStyle/>
          <a:p>
            <a:pPr lvl="0" algn="l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100" kern="1200" dirty="0"/>
              <a:t>Mix the butter with the flour. Stir in 1 tablespoon of sugar. Spread the butter mixture over the apples. Bake for 40 minutes. Serve with cream.</a:t>
            </a:r>
          </a:p>
        </p:txBody>
      </p:sp>
      <p:sp>
        <p:nvSpPr>
          <p:cNvPr id="6" name="Freeform 5"/>
          <p:cNvSpPr/>
          <p:nvPr/>
        </p:nvSpPr>
        <p:spPr>
          <a:xfrm>
            <a:off x="8620206" y="3002791"/>
            <a:ext cx="798995" cy="798995"/>
          </a:xfrm>
          <a:custGeom>
            <a:avLst/>
            <a:gdLst>
              <a:gd name="connsiteX0" fmla="*/ 0 w 798995"/>
              <a:gd name="connsiteY0" fmla="*/ 439447 h 798995"/>
              <a:gd name="connsiteX1" fmla="*/ 179774 w 798995"/>
              <a:gd name="connsiteY1" fmla="*/ 439447 h 798995"/>
              <a:gd name="connsiteX2" fmla="*/ 179774 w 798995"/>
              <a:gd name="connsiteY2" fmla="*/ 0 h 798995"/>
              <a:gd name="connsiteX3" fmla="*/ 619221 w 798995"/>
              <a:gd name="connsiteY3" fmla="*/ 0 h 798995"/>
              <a:gd name="connsiteX4" fmla="*/ 619221 w 798995"/>
              <a:gd name="connsiteY4" fmla="*/ 439447 h 798995"/>
              <a:gd name="connsiteX5" fmla="*/ 798995 w 798995"/>
              <a:gd name="connsiteY5" fmla="*/ 439447 h 798995"/>
              <a:gd name="connsiteX6" fmla="*/ 399498 w 798995"/>
              <a:gd name="connsiteY6" fmla="*/ 798995 h 798995"/>
              <a:gd name="connsiteX7" fmla="*/ 0 w 798995"/>
              <a:gd name="connsiteY7" fmla="*/ 439447 h 798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8995" h="798995">
                <a:moveTo>
                  <a:pt x="0" y="439447"/>
                </a:moveTo>
                <a:lnTo>
                  <a:pt x="179774" y="439447"/>
                </a:lnTo>
                <a:lnTo>
                  <a:pt x="179774" y="0"/>
                </a:lnTo>
                <a:lnTo>
                  <a:pt x="619221" y="0"/>
                </a:lnTo>
                <a:lnTo>
                  <a:pt x="619221" y="439447"/>
                </a:lnTo>
                <a:lnTo>
                  <a:pt x="798995" y="439447"/>
                </a:lnTo>
                <a:lnTo>
                  <a:pt x="399498" y="798995"/>
                </a:lnTo>
                <a:lnTo>
                  <a:pt x="0" y="439447"/>
                </a:lnTo>
                <a:close/>
              </a:path>
            </a:pathLst>
          </a:custGeom>
        </p:spPr>
        <p:style>
          <a:lnRef idx="2"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25494" tIns="45720" rIns="225494" bIns="243471" numCol="1" spcCol="1270" anchor="ctr" anchorCtr="0">
            <a:noAutofit/>
          </a:bodyPr>
          <a:lstStyle/>
          <a:p>
            <a:pPr lvl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600" kern="1200"/>
          </a:p>
        </p:txBody>
      </p:sp>
      <p:sp>
        <p:nvSpPr>
          <p:cNvPr id="7" name="Freeform 6"/>
          <p:cNvSpPr/>
          <p:nvPr/>
        </p:nvSpPr>
        <p:spPr>
          <a:xfrm>
            <a:off x="9350880" y="4428691"/>
            <a:ext cx="798995" cy="798995"/>
          </a:xfrm>
          <a:custGeom>
            <a:avLst/>
            <a:gdLst>
              <a:gd name="connsiteX0" fmla="*/ 0 w 798995"/>
              <a:gd name="connsiteY0" fmla="*/ 439447 h 798995"/>
              <a:gd name="connsiteX1" fmla="*/ 179774 w 798995"/>
              <a:gd name="connsiteY1" fmla="*/ 439447 h 798995"/>
              <a:gd name="connsiteX2" fmla="*/ 179774 w 798995"/>
              <a:gd name="connsiteY2" fmla="*/ 0 h 798995"/>
              <a:gd name="connsiteX3" fmla="*/ 619221 w 798995"/>
              <a:gd name="connsiteY3" fmla="*/ 0 h 798995"/>
              <a:gd name="connsiteX4" fmla="*/ 619221 w 798995"/>
              <a:gd name="connsiteY4" fmla="*/ 439447 h 798995"/>
              <a:gd name="connsiteX5" fmla="*/ 798995 w 798995"/>
              <a:gd name="connsiteY5" fmla="*/ 439447 h 798995"/>
              <a:gd name="connsiteX6" fmla="*/ 399498 w 798995"/>
              <a:gd name="connsiteY6" fmla="*/ 798995 h 798995"/>
              <a:gd name="connsiteX7" fmla="*/ 0 w 798995"/>
              <a:gd name="connsiteY7" fmla="*/ 439447 h 798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8995" h="798995">
                <a:moveTo>
                  <a:pt x="0" y="439447"/>
                </a:moveTo>
                <a:lnTo>
                  <a:pt x="179774" y="439447"/>
                </a:lnTo>
                <a:lnTo>
                  <a:pt x="179774" y="0"/>
                </a:lnTo>
                <a:lnTo>
                  <a:pt x="619221" y="0"/>
                </a:lnTo>
                <a:lnTo>
                  <a:pt x="619221" y="439447"/>
                </a:lnTo>
                <a:lnTo>
                  <a:pt x="798995" y="439447"/>
                </a:lnTo>
                <a:lnTo>
                  <a:pt x="399498" y="798995"/>
                </a:lnTo>
                <a:lnTo>
                  <a:pt x="0" y="439447"/>
                </a:lnTo>
                <a:close/>
              </a:path>
            </a:pathLst>
          </a:custGeom>
        </p:spPr>
        <p:style>
          <a:lnRef idx="2"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25494" tIns="45720" rIns="225494" bIns="243471" numCol="1" spcCol="1270" anchor="ctr" anchorCtr="0">
            <a:noAutofit/>
          </a:bodyPr>
          <a:lstStyle/>
          <a:p>
            <a:pPr lvl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600" kern="1200" dirty="0"/>
          </a:p>
        </p:txBody>
      </p:sp>
    </p:spTree>
    <p:extLst>
      <p:ext uri="{BB962C8B-B14F-4D97-AF65-F5344CB8AC3E}">
        <p14:creationId xmlns:p14="http://schemas.microsoft.com/office/powerpoint/2010/main" val="1507401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495B23-CBC0-76B5-1C9D-AC0A8118C720}"/>
              </a:ext>
            </a:extLst>
          </p:cNvPr>
          <p:cNvSpPr/>
          <p:nvPr/>
        </p:nvSpPr>
        <p:spPr>
          <a:xfrm>
            <a:off x="1284994" y="474133"/>
            <a:ext cx="4436533" cy="86924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Apple Crumble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237ACF-8EA7-5829-6890-3494996AA4FA}"/>
              </a:ext>
            </a:extLst>
          </p:cNvPr>
          <p:cNvSpPr/>
          <p:nvPr/>
        </p:nvSpPr>
        <p:spPr>
          <a:xfrm>
            <a:off x="6218237" y="474134"/>
            <a:ext cx="4436533" cy="86924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Portions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4" y="2135187"/>
            <a:ext cx="2943225" cy="29432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584" y="2135187"/>
            <a:ext cx="3286125" cy="28860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9645" y="2144711"/>
            <a:ext cx="2905125" cy="294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845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74</TotalTime>
  <Words>94</Words>
  <Application>Microsoft Office PowerPoint</Application>
  <PresentationFormat>Custom</PresentationFormat>
  <Paragraphs>9</Paragraphs>
  <Slides>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Apple Crumble</vt:lpstr>
      <vt:lpstr>Apple Crumble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360 MOS</cp:lastModifiedBy>
  <cp:revision>10</cp:revision>
  <dcterms:created xsi:type="dcterms:W3CDTF">2023-09-14T00:44:27Z</dcterms:created>
  <dcterms:modified xsi:type="dcterms:W3CDTF">2025-12-09T09:30:22Z</dcterms:modified>
</cp:coreProperties>
</file>