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0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3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8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8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57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9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8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4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5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4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4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93E5F-281E-484C-8D15-74D19C96A661}" type="datetimeFigureOut">
              <a:rPr lang="en-US" smtClean="0"/>
              <a:t>21-08-2020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0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79644" y="5199797"/>
            <a:ext cx="6381466" cy="1325563"/>
          </a:xfrm>
        </p:spPr>
        <p:txBody>
          <a:bodyPr/>
          <a:lstStyle/>
          <a:p>
            <a:pPr algn="r"/>
            <a:r>
              <a:rPr lang="en-US" dirty="0" smtClean="0"/>
              <a:t>HUMONGOUS PET</a:t>
            </a:r>
            <a:br>
              <a:rPr lang="en-US" dirty="0" smtClean="0"/>
            </a:br>
            <a:r>
              <a:rPr lang="en-US" dirty="0" smtClean="0"/>
              <a:t>INSURANCE</a:t>
            </a:r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08"/>
          <a:stretch/>
        </p:blipFill>
        <p:spPr>
          <a:xfrm>
            <a:off x="0" y="544203"/>
            <a:ext cx="12181376" cy="446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New Advert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33613" y="1825625"/>
            <a:ext cx="7723187" cy="4351338"/>
          </a:xfrm>
        </p:spPr>
      </p:pic>
    </p:spTree>
    <p:extLst>
      <p:ext uri="{BB962C8B-B14F-4D97-AF65-F5344CB8AC3E}">
        <p14:creationId xmlns:p14="http://schemas.microsoft.com/office/powerpoint/2010/main" val="17868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CHOOSE HUMONGOUS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Choose by 95%</a:t>
            </a:r>
          </a:p>
          <a:p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3"/>
          <a:stretch/>
        </p:blipFill>
        <p:spPr>
          <a:xfrm>
            <a:off x="9590078" y="4001294"/>
            <a:ext cx="176372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39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</Words>
  <Application>Microsoft Office PowerPoint</Application>
  <PresentationFormat>Widescreen</PresentationFormat>
  <Paragraphs>3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HUMONGOUS PET INSURANCE</vt:lpstr>
      <vt:lpstr>PowerPoint Presentation</vt:lpstr>
      <vt:lpstr>WHY CHOOSE HUMONGOUS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HUMONGOUS PET INSURANCE</dc:title>
  <dc:creator>Admin</dc:creator>
  <cp:lastModifiedBy>Admin</cp:lastModifiedBy>
  <cp:revision>2</cp:revision>
  <dcterms:created xsi:type="dcterms:W3CDTF">2019-06-21T08:51:59Z</dcterms:created>
  <dcterms:modified xsi:type="dcterms:W3CDTF">2020-08-21T09:36:29Z</dcterms:modified>
</cp:coreProperties>
</file>