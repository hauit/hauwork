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103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783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09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5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948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131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66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618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667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479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484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65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7000">
              <a:srgbClr val="D6E6F5"/>
            </a:gs>
            <a:gs pos="0">
              <a:srgbClr val="7030A0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rgbClr val="7030A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5E77C-3686-4961-A417-88C44CE166A4}" type="datetimeFigureOut">
              <a:rPr lang="en-US" smtClean="0"/>
              <a:t>27-11-2020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7462FE-9398-4395-85D2-BDBD21E294B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4315691" y="121155"/>
            <a:ext cx="3671454" cy="21965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7873" y="121155"/>
            <a:ext cx="3671454" cy="21965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8333509" y="121155"/>
            <a:ext cx="3671454" cy="2196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9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HUMONGOUS INSURANCE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70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ACHIEVEMENTS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2" y="2135765"/>
            <a:ext cx="1123950" cy="14192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677" y="4294472"/>
            <a:ext cx="1114425" cy="1381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73" y="2135765"/>
            <a:ext cx="1019175" cy="1381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219" y="2135765"/>
            <a:ext cx="1076325" cy="13620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9260" y="4275422"/>
            <a:ext cx="1066800" cy="14001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6219" y="4408772"/>
            <a:ext cx="981075" cy="12668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66637" y="2178627"/>
            <a:ext cx="1314450" cy="1295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66637" y="4275422"/>
            <a:ext cx="1352550" cy="13716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4689" y="1898073"/>
            <a:ext cx="904875" cy="1619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97551" y="3914342"/>
            <a:ext cx="819150" cy="1714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13126" y="1853695"/>
            <a:ext cx="942975" cy="1619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93073" y="3900054"/>
            <a:ext cx="971550" cy="2000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99520" y="2131002"/>
            <a:ext cx="1304925" cy="13716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99520" y="4275422"/>
            <a:ext cx="1400175" cy="12573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80335" y="1815595"/>
            <a:ext cx="990600" cy="1905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36219" y="3929930"/>
            <a:ext cx="923925" cy="2095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92493" y="2171234"/>
            <a:ext cx="1266825" cy="119062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88426" y="4482705"/>
            <a:ext cx="1257300" cy="122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559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Q2 GOALS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Increase new customers by 10%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Retain 95%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Reduce support call by 5%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Increate pot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Develop new sale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/>
              <a:t>Sell </a:t>
            </a:r>
            <a:r>
              <a:rPr lang="en-US" dirty="0" err="1" smtClean="0"/>
              <a:t>sell</a:t>
            </a:r>
            <a:r>
              <a:rPr lang="en-US" dirty="0" smtClean="0"/>
              <a:t> </a:t>
            </a:r>
            <a:r>
              <a:rPr lang="en-US" dirty="0" err="1" smtClean="0"/>
              <a:t>sell</a:t>
            </a:r>
            <a:r>
              <a:rPr lang="en-US" dirty="0" smtClean="0"/>
              <a:t>!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Increase new customers by 10%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Retain 95%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Reduce support call by 5%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Increate pot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Develop new sale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Sell </a:t>
            </a:r>
            <a:r>
              <a:rPr lang="en-US" dirty="0" err="1"/>
              <a:t>sell</a:t>
            </a:r>
            <a:r>
              <a:rPr lang="en-US" dirty="0"/>
              <a:t> </a:t>
            </a:r>
            <a:r>
              <a:rPr lang="en-US" dirty="0" err="1"/>
              <a:t>sell</a:t>
            </a:r>
            <a:r>
              <a:rPr lang="en-US" smtClean="0"/>
              <a:t>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32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53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HUMONGOUS INSURANCE</vt:lpstr>
      <vt:lpstr>ACHIEVEMENTS</vt:lpstr>
      <vt:lpstr>Q2 GOALS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HUMONGOUS INSURANCE</dc:title>
  <dc:creator>Admin</dc:creator>
  <cp:lastModifiedBy>Admin</cp:lastModifiedBy>
  <cp:revision>7</cp:revision>
  <dcterms:created xsi:type="dcterms:W3CDTF">2020-05-26T01:49:52Z</dcterms:created>
  <dcterms:modified xsi:type="dcterms:W3CDTF">2020-11-27T02:24:39Z</dcterms:modified>
</cp:coreProperties>
</file>