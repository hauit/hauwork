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4.2999999999999997E-2</c:v>
                </c:pt>
                <c:pt idx="1">
                  <c:v>2.5000000000000001E-2</c:v>
                </c:pt>
                <c:pt idx="2">
                  <c:v>3.5000000000000003E-2</c:v>
                </c:pt>
                <c:pt idx="3">
                  <c:v>4.4999999999999998E-2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717248"/>
        <c:axId val="184717640"/>
      </c:barChart>
      <c:catAx>
        <c:axId val="1847172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717640"/>
        <c:crosses val="autoZero"/>
        <c:auto val="1"/>
        <c:lblAlgn val="ctr"/>
        <c:lblOffset val="100"/>
        <c:noMultiLvlLbl val="0"/>
      </c:catAx>
      <c:valAx>
        <c:axId val="184717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71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2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7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3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0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0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0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1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1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3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6DA5-9703-4B31-BBE1-8493312BC5F0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24A92-1E11-4F1B-9D1E-5B674575C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3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2725" y="5128193"/>
            <a:ext cx="6777251" cy="1325563"/>
          </a:xfrm>
        </p:spPr>
        <p:txBody>
          <a:bodyPr/>
          <a:lstStyle/>
          <a:p>
            <a:pPr algn="r"/>
            <a:r>
              <a:rPr lang="en-US" dirty="0" smtClean="0"/>
              <a:t>HUMONGOUS HEALTH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20"/>
          <a:stretch/>
        </p:blipFill>
        <p:spPr>
          <a:xfrm>
            <a:off x="0" y="475209"/>
            <a:ext cx="12192000" cy="449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4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HEALTH INSURANCE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5" y="1690688"/>
            <a:ext cx="11104324" cy="4273384"/>
          </a:xfrm>
        </p:spPr>
      </p:pic>
    </p:spTree>
    <p:extLst>
      <p:ext uri="{BB962C8B-B14F-4D97-AF65-F5344CB8AC3E}">
        <p14:creationId xmlns:p14="http://schemas.microsoft.com/office/powerpoint/2010/main" val="156436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HUMONGOUS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863749"/>
              </p:ext>
            </p:extLst>
          </p:nvPr>
        </p:nvGraphicFramePr>
        <p:xfrm>
          <a:off x="838200" y="1825625"/>
          <a:ext cx="84124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Humongous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Saving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Allergies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Pink Eye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Strep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77%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Urinary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83%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79%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53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INSURUNCE OVERVIEW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2470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558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COVERAGE LEVELS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HUMONGOUS HEALTH INSURANCE</vt:lpstr>
      <vt:lpstr>TYPES OF HEALTH INSURANCE</vt:lpstr>
      <vt:lpstr>BENEFITS OF HUMONGOUS</vt:lpstr>
      <vt:lpstr>HEALTH INSURUNCE OVERVIEW</vt:lpstr>
      <vt:lpstr>COVERAGE LEVELS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HEALTH INSURANCE</dc:title>
  <dc:creator>Admin</dc:creator>
  <cp:lastModifiedBy>Admin</cp:lastModifiedBy>
  <cp:revision>2</cp:revision>
  <dcterms:created xsi:type="dcterms:W3CDTF">2019-06-21T09:05:09Z</dcterms:created>
  <dcterms:modified xsi:type="dcterms:W3CDTF">2019-06-21T09:17:49Z</dcterms:modified>
</cp:coreProperties>
</file>