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GROUP 1</c:v>
                </c:pt>
                <c:pt idx="1">
                  <c:v>GROUP 2</c:v>
                </c:pt>
                <c:pt idx="2">
                  <c:v>GROUP 3</c:v>
                </c:pt>
                <c:pt idx="3">
                  <c:v>GROUP 4</c:v>
                </c:pt>
                <c:pt idx="4">
                  <c:v>GROUP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211</c:v>
                </c:pt>
                <c:pt idx="1">
                  <c:v>421</c:v>
                </c:pt>
                <c:pt idx="2">
                  <c:v>376</c:v>
                </c:pt>
                <c:pt idx="3">
                  <c:v>232</c:v>
                </c:pt>
                <c:pt idx="4">
                  <c:v>247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4202496"/>
        <c:axId val="214200928"/>
      </c:barChart>
      <c:catAx>
        <c:axId val="21420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200928"/>
        <c:crosses val="autoZero"/>
        <c:auto val="1"/>
        <c:lblAlgn val="ctr"/>
        <c:lblOffset val="100"/>
        <c:noMultiLvlLbl val="0"/>
      </c:catAx>
      <c:valAx>
        <c:axId val="214200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20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3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7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55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6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0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2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7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97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5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2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0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5F44F-7688-4D7C-A709-345110B8A57F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1DE59-4474-458D-85C8-E3542EB4C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7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97256" y="4746056"/>
            <a:ext cx="6900081" cy="1325563"/>
          </a:xfrm>
        </p:spPr>
        <p:txBody>
          <a:bodyPr/>
          <a:lstStyle/>
          <a:p>
            <a:pPr algn="r"/>
            <a:r>
              <a:rPr lang="en-US" dirty="0" smtClean="0"/>
              <a:t>HUMONGOUS</a:t>
            </a:r>
            <a:br>
              <a:rPr lang="en-US" dirty="0" smtClean="0"/>
            </a:br>
            <a:r>
              <a:rPr lang="en-US" dirty="0" smtClean="0"/>
              <a:t>TRAVEL INSURANCE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523"/>
          <a:stretch/>
        </p:blipFill>
        <p:spPr>
          <a:xfrm>
            <a:off x="-1" y="106933"/>
            <a:ext cx="11082205" cy="453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7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29405"/>
            <a:ext cx="10515600" cy="1130905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199" y="1253330"/>
            <a:ext cx="10515600" cy="4351338"/>
          </a:xfrm>
        </p:spPr>
        <p:txBody>
          <a:bodyPr/>
          <a:lstStyle/>
          <a:p>
            <a:r>
              <a:rPr lang="en-US" dirty="0"/>
              <a:t>To make your document look professionally produced, Word provides header, footer, cover page, and text box designs that complement each other. For example, you can add a matching cover page, header, and sidebar. </a:t>
            </a:r>
            <a:endParaRPr lang="en-US" dirty="0" smtClean="0"/>
          </a:p>
          <a:p>
            <a:r>
              <a:rPr lang="en-US" dirty="0" smtClean="0"/>
              <a:t>Click </a:t>
            </a:r>
            <a:r>
              <a:rPr lang="en-US" dirty="0"/>
              <a:t>Insert and then choose the elements you want from the different galleries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21" y="4620500"/>
            <a:ext cx="2884629" cy="19683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922" y="3362476"/>
            <a:ext cx="2242192" cy="22421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47" y="4189862"/>
            <a:ext cx="3330240" cy="223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5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90688"/>
            <a:ext cx="12133934" cy="4643432"/>
          </a:xfrm>
        </p:spPr>
      </p:pic>
    </p:spTree>
    <p:extLst>
      <p:ext uri="{BB962C8B-B14F-4D97-AF65-F5344CB8AC3E}">
        <p14:creationId xmlns:p14="http://schemas.microsoft.com/office/powerpoint/2010/main" val="235040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NEW ADVERTISEMENT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OF POLICIES BY GROUP SIDE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0316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08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LENGTH OF POLICY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0193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143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INCREATE NEW CUSTOMER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0596213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2018(Est)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1700000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3200000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77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Sumary</a:t>
            </a:r>
            <a:endParaRPr lang="en-US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3" y="1916723"/>
            <a:ext cx="10955417" cy="4325815"/>
          </a:xfrm>
        </p:spPr>
      </p:pic>
    </p:spTree>
    <p:extLst>
      <p:ext uri="{BB962C8B-B14F-4D97-AF65-F5344CB8AC3E}">
        <p14:creationId xmlns:p14="http://schemas.microsoft.com/office/powerpoint/2010/main" val="150598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84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HUMONGOUS TRAVEL INSURANCE</vt:lpstr>
      <vt:lpstr>INTRODUCTION</vt:lpstr>
      <vt:lpstr>AGENDA</vt:lpstr>
      <vt:lpstr>OUR NEW ADVERTISEMENT</vt:lpstr>
      <vt:lpstr>NUMBER OF POLICIES BY GROUP SIDE</vt:lpstr>
      <vt:lpstr>LENGTH OF POLICY</vt:lpstr>
      <vt:lpstr>INCREATE NEW CUSTOMER</vt:lpstr>
      <vt:lpstr>Sumary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HUMONGOUS TRAVEL INSURANCE</dc:title>
  <dc:creator>Admin</dc:creator>
  <cp:lastModifiedBy>Admin</cp:lastModifiedBy>
  <cp:revision>4</cp:revision>
  <dcterms:created xsi:type="dcterms:W3CDTF">2019-06-21T06:52:58Z</dcterms:created>
  <dcterms:modified xsi:type="dcterms:W3CDTF">2019-06-21T07:23:48Z</dcterms:modified>
</cp:coreProperties>
</file>