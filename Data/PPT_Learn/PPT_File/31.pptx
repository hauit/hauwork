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1" r:id="rId4"/>
    <p:sldId id="260" r:id="rId5"/>
    <p:sldId id="259" r:id="rId6"/>
    <p:sldId id="257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102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6A19375-BA90-60D8-711B-BFB3432781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FF432E36-2BC1-E81F-867B-A1A9C2AF3C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23665B2-B681-557E-FF2C-42B89E0DC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32693-48B5-49C3-AA51-43C9BC0BDF86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0259D25-C8BD-1AC3-D24E-65DFEB4B9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1CE892BD-503D-E340-5841-A71F8841A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60ACD-CA72-4CC0-B6E0-6A4B8C2BC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67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4E381C6-9130-BBD8-BC10-2303CEDE7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28E9105-7FCC-7865-7FA9-03FD7A0B98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5EA70A4-4FA3-58FC-5B16-C7E10E379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32693-48B5-49C3-AA51-43C9BC0BDF86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B8D78057-8C48-3253-5F88-7199C765D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8E88CEC-1280-6B69-2862-382D5B9C7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60ACD-CA72-4CC0-B6E0-6A4B8C2BC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052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D70F023-EBAC-78B5-75C5-5BB387505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167E2BF2-95B2-ED5B-0FF0-4A5AF12F34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3000535-6B30-C3F7-2954-C2BB9C5A0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32693-48B5-49C3-AA51-43C9BC0BDF86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8B898B1-C154-6636-4302-88FBDE216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AB97F68-3642-B78A-2D09-34BC3D5C7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60ACD-CA72-4CC0-B6E0-6A4B8C2BC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253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FA729A9-D199-6391-1BC0-324D2936A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DB131E4-6F28-F78F-26C4-77A928B0D8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0CDF6402-B3E2-8FBB-415A-98BFE49506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DF94F218-B131-730D-B0B9-B3E282EB4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32693-48B5-49C3-AA51-43C9BC0BDF86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83426E11-4060-9C63-30A9-361FD5C8B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25C00798-4D6E-BE51-BCBC-D305B01B7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60ACD-CA72-4CC0-B6E0-6A4B8C2BC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657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1F10CED-7681-3EA7-4FA0-0190CEB53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2B3DD5F1-B0BD-EF70-2100-8E7E170E56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6552A208-E5C6-1789-215D-3851EDCEB8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ACFC8032-7CD9-5376-9A2F-78727755E0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BA91309E-6CF7-7F0A-CEE7-1F30A2BFFB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CA665801-2ECF-8A71-CEED-6B9CBFDB7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32693-48B5-49C3-AA51-43C9BC0BDF86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6FEB44C0-121C-6F74-A725-B2DE0AD01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FA683163-2891-5C20-B22A-DF7552454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60ACD-CA72-4CC0-B6E0-6A4B8C2BC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917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E208BC7-516A-5A05-74B4-804CAD8D3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3EC8B97A-8321-0AEC-A8F0-B32594734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32693-48B5-49C3-AA51-43C9BC0BDF86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F5A7867C-72B6-26C7-FE9A-CD791757A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11C1F4EA-EBD2-5671-16D3-CBB974911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60ACD-CA72-4CC0-B6E0-6A4B8C2BC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163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714BF848-71FF-B69E-E05D-388FD3815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32693-48B5-49C3-AA51-43C9BC0BDF86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63B0CFBA-87EA-BCC0-CDE4-07FEC868A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C770F1B5-5DE1-88A5-4F23-4166E6D0D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60ACD-CA72-4CC0-B6E0-6A4B8C2BC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808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F710F82-8AB1-8E52-2D92-CDA871CF4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B5492FF-DE8A-BDB0-803C-689A9BF01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EE6AFB79-4397-5047-AD66-B46E4E2D3A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75459977-E118-0FB9-F754-08E036557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32693-48B5-49C3-AA51-43C9BC0BDF86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1B3F17A0-8554-8996-A2A4-B89DC9E75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8B360DC4-126F-73C7-A1C6-E09D0409E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60ACD-CA72-4CC0-B6E0-6A4B8C2BC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766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4B46D0F-4A05-1407-0366-427CBE579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483B3CD8-AE69-6BA4-1B7C-2EF9794670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A7D26975-298D-FCA7-84D0-CCBAD79A0B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4991C9F4-7046-CD4B-D183-C59BAE265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32693-48B5-49C3-AA51-43C9BC0BDF86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4FE6FBD1-02B2-480D-C6A2-B7E4AD2FE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323655FE-D832-8022-2999-3BD92232E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60ACD-CA72-4CC0-B6E0-6A4B8C2BC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0906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FF76727-E16D-7E9A-1B46-213C4E8CD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4646ABE4-68C9-EC7E-7E61-D740979348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16D1548-AA04-669B-F6EE-E49F5E279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32693-48B5-49C3-AA51-43C9BC0BDF86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6F6961E5-EB5D-A2BA-BD07-7CE0E1FFC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526A2DD-C86F-9D02-0E70-4D82D4D7E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60ACD-CA72-4CC0-B6E0-6A4B8C2BC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674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2153709F-D9D5-7FF0-2C18-155BCA674C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926AD49A-E34C-2FFF-25AD-9F2A5F54DB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C3959D0-2330-4424-7D9C-3C956BDCA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32693-48B5-49C3-AA51-43C9BC0BDF86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B3863563-8083-758A-29C3-F6535DFC5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2D2A29E8-A58D-23AF-ACF8-8FD3426F0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60ACD-CA72-4CC0-B6E0-6A4B8C2BC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819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CD12AC19-C182-89AC-E600-0F56C37CA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4F62F311-AE78-F3AC-A431-73368AAD27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701BC818-02F8-6FF9-11EB-E2517B4547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332693-48B5-49C3-AA51-43C9BC0BDF86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6AB64C3-FFD5-2844-B7C6-EF8480C98B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190FB88-B167-D990-2A8B-2FA369CE3E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360ACD-CA72-4CC0-B6E0-6A4B8C2BC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079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13E1E1F-07F2-87F3-70E3-6DE1B5E932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66066" y="426936"/>
            <a:ext cx="4023360" cy="2387600"/>
          </a:xfrm>
          <a:solidFill>
            <a:schemeClr val="bg2">
              <a:lumMod val="25000"/>
            </a:schemeClr>
          </a:solidFill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Bellows College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4C1A157E-4ED5-F884-A9C6-5ADCA5B405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66066" y="2814536"/>
            <a:ext cx="4023360" cy="3778453"/>
          </a:xfrm>
          <a:solidFill>
            <a:schemeClr val="bg2">
              <a:lumMod val="25000"/>
            </a:schemeClr>
          </a:solidFill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New Student Clubs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984" y="426936"/>
            <a:ext cx="5735864" cy="6166053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90337639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9A5DE07-1309-FCC5-4535-27633D239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Student Clubs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D44995E-0B30-4D19-CA75-941CC37022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4752646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0903BCB-C1F8-4D9C-114C-09D7613D6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E2EAAAE-2DDD-C92F-F5BE-1952C55933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97568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FC64982-19E6-9B2F-ADC2-763258B34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7055" y="365125"/>
            <a:ext cx="5624945" cy="1325563"/>
          </a:xfrm>
        </p:spPr>
        <p:txBody>
          <a:bodyPr/>
          <a:lstStyle/>
          <a:p>
            <a:pPr algn="ctr"/>
            <a:r>
              <a:rPr lang="en-US" dirty="0"/>
              <a:t>Dance Club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B92842B-955E-6D28-F172-AB6E340666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7956" y="2378168"/>
            <a:ext cx="4092632" cy="3416409"/>
          </a:xfrm>
        </p:spPr>
        <p:txBody>
          <a:bodyPr>
            <a:normAutofit/>
          </a:bodyPr>
          <a:lstStyle/>
          <a:p>
            <a:r>
              <a:rPr lang="en-US" sz="2000" dirty="0" smtClean="0"/>
              <a:t>Open </a:t>
            </a:r>
            <a:r>
              <a:rPr lang="en-US" sz="2000" dirty="0"/>
              <a:t>to all dance levels and styles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Classes are Wednesday evening </a:t>
            </a:r>
            <a:endParaRPr lang="en-US" sz="2000" dirty="0"/>
          </a:p>
          <a:p>
            <a:r>
              <a:rPr lang="en-US" sz="2000" dirty="0"/>
              <a:t>Classes are in June</a:t>
            </a:r>
          </a:p>
          <a:p>
            <a:r>
              <a:rPr lang="en-US" sz="2000" dirty="0" smtClean="0"/>
              <a:t>Membership </a:t>
            </a:r>
            <a:r>
              <a:rPr lang="en-US" sz="2000" dirty="0"/>
              <a:t>is free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34992" y="1367522"/>
            <a:ext cx="361880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Use the art of dance to promote community, respect, and openness.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24274"/>
            <a:ext cx="6402115" cy="6882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79523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EBEB2E1-EFCE-6281-84DF-40854D37D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Music Club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89AB991-B560-210A-5CA0-0D6A526C9D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0769"/>
            <a:ext cx="6410498" cy="46868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Practice, play, live an </a:t>
            </a:r>
            <a:r>
              <a:rPr lang="en-US" dirty="0" smtClean="0"/>
              <a:t>learn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0528" y="2224686"/>
            <a:ext cx="3089391" cy="380883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296785" y="2527069"/>
            <a:ext cx="2410691" cy="289282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4126576" y="2527068"/>
            <a:ext cx="2410691" cy="2892829"/>
          </a:xfrm>
          <a:prstGeom prst="rect">
            <a:avLst/>
          </a:prstGeom>
          <a:ln>
            <a:solidFill>
              <a:srgbClr val="00B0F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Open to students who want to foster unity through music listening, practicing, performances, activities, and trip.</a:t>
            </a:r>
          </a:p>
        </p:txBody>
      </p:sp>
    </p:spTree>
    <p:extLst>
      <p:ext uri="{BB962C8B-B14F-4D97-AF65-F5344CB8AC3E}">
        <p14:creationId xmlns:p14="http://schemas.microsoft.com/office/powerpoint/2010/main" val="2830390318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5CE9AA0-96D3-82CE-5656-7BA4A7E39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4704" y="365125"/>
            <a:ext cx="3840683" cy="1325563"/>
          </a:xfrm>
          <a:solidFill>
            <a:schemeClr val="bg2">
              <a:lumMod val="2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Athletic Club</a:t>
            </a:r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39521" y="365124"/>
            <a:ext cx="6526544" cy="5846171"/>
          </a:xfrm>
          <a:prstGeom prst="rect">
            <a:avLst/>
          </a:prstGeom>
        </p:spPr>
      </p:pic>
      <p:sp>
        <p:nvSpPr>
          <p:cNvPr id="8" name="Text Placeholder 7"/>
          <p:cNvSpPr>
            <a:spLocks noGrp="1"/>
          </p:cNvSpPr>
          <p:nvPr>
            <p:ph type="body" sz="quarter" idx="3"/>
          </p:nvPr>
        </p:nvSpPr>
        <p:spPr>
          <a:xfrm>
            <a:off x="7514704" y="1681163"/>
            <a:ext cx="3840684" cy="823912"/>
          </a:xfrm>
          <a:solidFill>
            <a:schemeClr val="bg2">
              <a:lumMod val="25000"/>
            </a:schemeClr>
          </a:solidFill>
        </p:spPr>
        <p:txBody>
          <a:bodyPr anchor="ctr">
            <a:normAutofit fontScale="92500"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Promote health and wiliness through sports and movement</a:t>
            </a:r>
            <a:endParaRPr lang="vi-VN" dirty="0">
              <a:solidFill>
                <a:schemeClr val="bg1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4"/>
          </p:nvPr>
        </p:nvSpPr>
        <p:spPr>
          <a:xfrm>
            <a:off x="7514704" y="2554950"/>
            <a:ext cx="3840684" cy="3684588"/>
          </a:xfrm>
          <a:solidFill>
            <a:schemeClr val="bg2">
              <a:lumMod val="25000"/>
            </a:schemeClr>
          </a:solidFill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Open </a:t>
            </a:r>
            <a:r>
              <a:rPr lang="en-US" dirty="0">
                <a:solidFill>
                  <a:schemeClr val="bg1"/>
                </a:solidFill>
              </a:rPr>
              <a:t>to students of all levels 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Competitive </a:t>
            </a:r>
            <a:r>
              <a:rPr lang="en-US" dirty="0">
                <a:solidFill>
                  <a:schemeClr val="bg1"/>
                </a:solidFill>
              </a:rPr>
              <a:t>and non-competitive play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Free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5269354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0220563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94</Words>
  <Application>Microsoft Office PowerPoint</Application>
  <PresentationFormat>Widescreen</PresentationFormat>
  <Paragraphs>17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Bellows College</vt:lpstr>
      <vt:lpstr>New Student Clubs</vt:lpstr>
      <vt:lpstr>PowerPoint Presentation</vt:lpstr>
      <vt:lpstr>Dance Club</vt:lpstr>
      <vt:lpstr>Music Club</vt:lpstr>
      <vt:lpstr>Athletic Club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Administrator</cp:lastModifiedBy>
  <cp:revision>6</cp:revision>
  <dcterms:created xsi:type="dcterms:W3CDTF">2023-09-14T01:05:57Z</dcterms:created>
  <dcterms:modified xsi:type="dcterms:W3CDTF">2024-02-13T08:31:10Z</dcterms:modified>
</cp:coreProperties>
</file>