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4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9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8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8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7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8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8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8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4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4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3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306C7-4581-4F89-9339-BC324D12C0E4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1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804862"/>
            <a:ext cx="999172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0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" y="520065"/>
            <a:ext cx="10048875" cy="1657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8780" y="3223260"/>
            <a:ext cx="74980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How did we do?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61252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7520"/>
            <a:ext cx="11874082" cy="683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9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92" y="347663"/>
            <a:ext cx="84867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0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852487"/>
            <a:ext cx="87439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3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128712"/>
            <a:ext cx="85439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8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9743"/>
            <a:ext cx="105156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6" y="365125"/>
            <a:ext cx="10877434" cy="624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0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8" y="822960"/>
            <a:ext cx="10694782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3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2019-07-15T14:36:07Z</dcterms:created>
  <dcterms:modified xsi:type="dcterms:W3CDTF">2019-07-16T03:12:46Z</dcterms:modified>
</cp:coreProperties>
</file>