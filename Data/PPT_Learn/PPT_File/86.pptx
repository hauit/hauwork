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1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0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905044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3564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09712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552349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02417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2835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1114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15708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0012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6039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FC6B9-7FF8-4052-99FE-5E13F803F77E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9E26D-EE08-4659-9B34-A73C79FBF2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68955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662FC6B9-7FF8-4052-99FE-5E13F803F77E}" type="datetimeFigureOut">
              <a:rPr lang="en-US" smtClean="0"/>
              <a:pPr algn="r"/>
              <a:t>03-09-2020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 algn="l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algn="ctr"/>
            <a:fld id="{94D9E26D-EE08-4659-9B34-A73C79FBF2FF}" type="slidenum">
              <a:rPr lang="en-US" smtClean="0"/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914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Himalayan Coffee House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05000"/>
            <a:ext cx="3703320" cy="4023360"/>
          </a:xfrm>
          <a:scene3d>
            <a:camera prst="orthographicFront"/>
            <a:lightRig rig="threePt" dir="t"/>
          </a:scene3d>
          <a:sp3d>
            <a:bevelT prst="angle"/>
          </a:sp3d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Red-Eye Latte</a:t>
            </a:r>
          </a:p>
          <a:p>
            <a:pPr marL="0" indent="0">
              <a:buNone/>
            </a:pPr>
            <a:r>
              <a:rPr lang="en-US" sz="3200" dirty="0"/>
              <a:t>My-Chai Late</a:t>
            </a:r>
          </a:p>
          <a:p>
            <a:pPr marL="0" indent="0">
              <a:buNone/>
            </a:pPr>
            <a:r>
              <a:rPr lang="en-US" sz="3200" dirty="0"/>
              <a:t>Tiger-Tea</a:t>
            </a:r>
          </a:p>
          <a:p>
            <a:pPr marL="0" indent="0">
              <a:buNone/>
            </a:pPr>
            <a:r>
              <a:rPr lang="en-US" sz="3200" dirty="0"/>
              <a:t>Mocha-chino</a:t>
            </a:r>
          </a:p>
          <a:p>
            <a:pPr marL="0" indent="0">
              <a:buNone/>
            </a:pPr>
            <a:r>
              <a:rPr lang="en-US" sz="3200" dirty="0"/>
              <a:t>Express-o!</a:t>
            </a:r>
          </a:p>
          <a:p>
            <a:pPr marL="0" indent="0">
              <a:buNone/>
            </a:pPr>
            <a:r>
              <a:rPr lang="en-US" sz="3200" dirty="0" err="1"/>
              <a:t>Cafiene</a:t>
            </a:r>
            <a:r>
              <a:rPr lang="en-US" sz="3200" dirty="0"/>
              <a:t>-plus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010" y="1846263"/>
            <a:ext cx="3218180" cy="4022725"/>
          </a:xfr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B2B8762-61F0-4F1B-9364-D633EE9D6A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E97675C8-1328-460C-9EBF-6B446B67EA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514EE78B-AF71-4195-A01B-F1165D9233B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905743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="" xmlns:a16="http://schemas.microsoft.com/office/drawing/2014/main" id="{C6417104-D4C1-4710-9982-2154A7F4849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626F1402-2DEC-4071-84AF-350C7BF00D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547997" y="886968"/>
            <a:ext cx="48006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04733B62-1719-4677-A612-CA0AC0AD7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540814" y="5618770"/>
            <a:ext cx="78867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A52A394-10F4-4AA5-90E4-634D1E919DB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07BDDC51-8BB2-42BE-8EA8-39B3E9AC1E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80E1A01F-FB0A-4710-919F-4C7E10207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99" y="4550229"/>
            <a:ext cx="8181805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>
                <a:solidFill>
                  <a:schemeClr val="tx1">
                    <a:lumMod val="85000"/>
                    <a:lumOff val="15000"/>
                  </a:schemeClr>
                </a:solidFill>
              </a:rPr>
              <a:t>Try Our two new flavours!</a:t>
            </a:r>
          </a:p>
        </p:txBody>
      </p:sp>
      <p:sp>
        <p:nvSpPr>
          <p:cNvPr id="12" name="Oval 11">
            <a:extLst>
              <a:ext uri="{FF2B5EF4-FFF2-40B4-BE49-F238E27FC236}">
                <a16:creationId xmlns="" xmlns:a16="http://schemas.microsoft.com/office/drawing/2014/main" id="{0965A833-9DCC-4754-8BD1-644CAF9685AE}"/>
              </a:ext>
            </a:extLst>
          </p:cNvPr>
          <p:cNvSpPr/>
          <p:nvPr/>
        </p:nvSpPr>
        <p:spPr>
          <a:xfrm>
            <a:off x="1760221" y="934720"/>
            <a:ext cx="3429000" cy="251459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dirty="0"/>
              <a:t>Mint</a:t>
            </a:r>
          </a:p>
          <a:p>
            <a:r>
              <a:rPr lang="en-US" sz="3200" dirty="0"/>
              <a:t>Chocolate</a:t>
            </a:r>
            <a:endParaRPr lang="en-CA" sz="3200" dirty="0"/>
          </a:p>
        </p:txBody>
      </p:sp>
      <p:sp>
        <p:nvSpPr>
          <p:cNvPr id="21" name="Oval 20">
            <a:extLst>
              <a:ext uri="{FF2B5EF4-FFF2-40B4-BE49-F238E27FC236}">
                <a16:creationId xmlns="" xmlns:a16="http://schemas.microsoft.com/office/drawing/2014/main" id="{EE5E0D77-D604-489F-8F7F-C075FF5B787B}"/>
              </a:ext>
            </a:extLst>
          </p:cNvPr>
          <p:cNvSpPr/>
          <p:nvPr/>
        </p:nvSpPr>
        <p:spPr>
          <a:xfrm>
            <a:off x="3916679" y="1381761"/>
            <a:ext cx="3429000" cy="2514598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4000" dirty="0"/>
              <a:t>Blue </a:t>
            </a:r>
          </a:p>
          <a:p>
            <a:pPr algn="r"/>
            <a:r>
              <a:rPr lang="en-US" sz="4000" dirty="0"/>
              <a:t>Lagoon</a:t>
            </a:r>
            <a:endParaRPr lang="en-CA" sz="4000" dirty="0"/>
          </a:p>
        </p:txBody>
      </p:sp>
    </p:spTree>
    <p:extLst>
      <p:ext uri="{BB962C8B-B14F-4D97-AF65-F5344CB8AC3E}">
        <p14:creationId xmlns:p14="http://schemas.microsoft.com/office/powerpoint/2010/main" val="277136629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14D7619-32DA-469E-86FE-9C808ABF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201F58-2B0B-4B1B-AB75-8E8292FC9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65058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1447</TotalTime>
  <Words>23</Words>
  <Application>Microsoft Office PowerPoint</Application>
  <PresentationFormat>On-screen Show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Retrospect</vt:lpstr>
      <vt:lpstr>Himalayan Coffee House</vt:lpstr>
      <vt:lpstr>Menu</vt:lpstr>
      <vt:lpstr>Try Our two new flavours!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Fourth Coffee</dc:title>
  <dc:creator>Rob Tidrow</dc:creator>
  <cp:lastModifiedBy>Admin</cp:lastModifiedBy>
  <cp:revision>20</cp:revision>
  <dcterms:created xsi:type="dcterms:W3CDTF">2006-10-20T07:43:18Z</dcterms:created>
  <dcterms:modified xsi:type="dcterms:W3CDTF">2020-09-03T03:29:54Z</dcterms:modified>
</cp:coreProperties>
</file>