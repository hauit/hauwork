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B6307A-288B-46D2-B42F-742420092DBF}">
          <p14:sldIdLst>
            <p14:sldId id="256"/>
            <p14:sldId id="259"/>
          </p14:sldIdLst>
        </p14:section>
        <p14:section name="Products and Services" id="{5EB9E94C-EEE4-4336-8525-CB9C48E0F071}">
          <p14:sldIdLst>
            <p14:sldId id="258"/>
            <p14:sldId id="260"/>
          </p14:sldIdLst>
        </p14:section>
        <p14:section name="Clubs and Teams" id="{A55DBD58-F155-467F-8B58-D6B2C0221A75}">
          <p14:sldIdLst>
            <p14:sldId id="261"/>
            <p14:sldId id="262"/>
            <p14:sldId id="263"/>
          </p14:sldIdLst>
        </p14:section>
        <p14:section name="Contact Us" id="{395B0C78-DCEB-4832-9968-76771B9ABF2B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6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CE53-A5A8-820C-830F-66182FA6E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E278A-7303-0765-A530-71709C7B9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79BC3-3FF0-12FB-B17E-43885B06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31E77-1A22-94D2-9D63-62C6A9CE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975B-7702-EBFA-E566-684CA165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6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0269-3F1E-2442-6943-B5347659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FE50-0E72-D9B9-814A-9DF3AF7C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382B2-DD75-1D63-E81E-BCE2BB77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BFDE4-59B5-35CC-F011-9BC5815B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0C811-425E-B234-61B7-A5247A05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9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F54A-011B-B49B-6086-1D8157C4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2E21-5733-8405-9F42-2FEAA8F6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7CFD-BB7D-43E4-9E0D-74E7B330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55458-2969-36C1-3E8A-F1419D3C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EC0B1-6294-16DC-21C7-5163ACD4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8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D1E6-443D-A848-B1C1-5B994AA0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E7C9-742E-E479-EDDD-FF161628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D12A1-C064-F595-6B75-C75CEBAA1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BAE46-61C6-9F53-4092-614E5A1A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6B968-A749-A804-457B-38EE8642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B5A2B-77A8-3949-C20E-8571311D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2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4B2F-175E-8B58-7F1D-B2EA1526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A2626-C0C5-0096-A220-FD6C2785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72373-3F42-1B34-35D3-AA552F82F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B34C2-A75F-9389-6716-4D2FAA3B2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4C8B4-9C9F-FF9D-0CC2-DB8260645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5CBE0A-FCE7-E682-7E57-79B87A0F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2CE00-3762-0085-8A90-3CD7AAE6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48B4D-190D-C8A5-5537-436503B4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3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8CAF-D6CF-5AC2-5853-7336A13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B0E3B-48D7-664F-312F-58A53595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AD6FE-63FA-EA7D-4857-0DC99DDA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9CE9B-C192-4FF4-0D2D-77570742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8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199EA-4058-7753-4ED5-0FB60DC7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3C12D-88C2-A000-B03B-6EFAC695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46031-E398-FC0A-DFA1-728CCF49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1936-CFAC-2822-2538-74F311A9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9264-2353-971E-15C9-3CD90A9E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AA9BA-02A2-9873-62CB-D677236C2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16948-6BD6-95DE-47DD-9AC63A0E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48653-B349-150F-FB06-B6E01109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71BB7-F496-78CC-5A1F-AF57F147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7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70AD-9B88-8718-943A-261AB302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1B434-60BB-1FE1-4944-76D3D7EDC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0998C-087C-6051-049C-AE548727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E75C9-9C12-D563-2453-D61444A8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78F4A-007D-A243-5E13-8247AAA4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004E8-F421-2A79-3E8B-4F08B632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6E3CB-5A6A-39F3-405D-544EE4F9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4CF16-BA55-1510-0E60-51398A086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A1AE5-A0BD-5306-0337-5B3F1978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A89DD-4A51-54A1-9EA6-3236CEF3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83FCB-C3E0-718F-9B60-A86DDBCB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5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F7EBF-7B8C-411A-E6BB-CE326D327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6197F-0CB5-E2BB-36B4-6D3C281E9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FB3F-5E75-B590-BA6D-DA489E98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0DCB9-904B-6757-8778-42CDA941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E86F1-DD6C-33F9-9192-AC21198C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3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0D8F-05F2-658B-B687-8F05A5AD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39B5E-286D-5D75-BA68-D4E684E6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5ECD8-FB0D-2BB5-14D8-48006F272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3D359-E60C-41A1-8F3F-5DB4A8FBE7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F97DC-56B7-FF8E-A2C3-E2CA18DB5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51250-5467-FD65-E3B0-ED836687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6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Koos@adventure:works.com" TargetMode="External"/><Relationship Id="rId2" Type="http://schemas.openxmlformats.org/officeDocument/2006/relationships/hyperlink" Target="mailto:Jenni@adventure:works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902E-8ABD-950C-9D9D-F2224E26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8945" y="3806613"/>
            <a:ext cx="3834938" cy="8006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Adventure Works Cycles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1C1F7-FF45-7616-8395-FAFF8433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8945" y="4948699"/>
            <a:ext cx="3918065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0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C0E0-6487-B4AC-8365-17EC463D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Adventure Works Cycles</a:t>
            </a:r>
          </a:p>
        </p:txBody>
      </p:sp>
    </p:spTree>
    <p:extLst>
      <p:ext uri="{BB962C8B-B14F-4D97-AF65-F5344CB8AC3E}">
        <p14:creationId xmlns:p14="http://schemas.microsoft.com/office/powerpoint/2010/main" val="333834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BD6A-B402-D9AB-FACD-37438DB9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Products and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BE06-12BE-4721-A664-BE67ADF67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708" y="1825625"/>
            <a:ext cx="5076092" cy="4351338"/>
          </a:xfrm>
        </p:spPr>
        <p:txBody>
          <a:bodyPr/>
          <a:lstStyle/>
          <a:p>
            <a:r>
              <a:rPr lang="en-US" dirty="0"/>
              <a:t>Bikes</a:t>
            </a:r>
          </a:p>
          <a:p>
            <a:pPr lvl="1"/>
            <a:r>
              <a:rPr lang="en-US" dirty="0"/>
              <a:t>Mountain Bikes</a:t>
            </a:r>
          </a:p>
          <a:p>
            <a:pPr lvl="1"/>
            <a:r>
              <a:rPr lang="en-US" dirty="0"/>
              <a:t>Touring Bikes </a:t>
            </a:r>
          </a:p>
          <a:p>
            <a:pPr lvl="1"/>
            <a:r>
              <a:rPr lang="en-US" dirty="0"/>
              <a:t>Adventure Bikes</a:t>
            </a:r>
          </a:p>
          <a:p>
            <a:pPr lvl="1"/>
            <a:r>
              <a:rPr lang="en-US" dirty="0"/>
              <a:t>Racing Bikes</a:t>
            </a:r>
          </a:p>
          <a:p>
            <a:r>
              <a:rPr lang="en-US" dirty="0"/>
              <a:t>Repair and maintenance</a:t>
            </a:r>
          </a:p>
          <a:p>
            <a:r>
              <a:rPr lang="en-US" dirty="0"/>
              <a:t>Parts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0" y="1494692"/>
            <a:ext cx="0" cy="4062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Bicycle">
                <a:extLst>
                  <a:ext uri="{FF2B5EF4-FFF2-40B4-BE49-F238E27FC236}">
                    <a16:creationId xmlns:a16="http://schemas.microsoft.com/office/drawing/2014/main" id="{1DF699E4-B74C-EF23-E396-0C4E0CACB14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3012504"/>
                  </p:ext>
                </p:extLst>
              </p:nvPr>
            </p:nvGraphicFramePr>
            <p:xfrm>
              <a:off x="2430473" y="1833005"/>
              <a:ext cx="1415617" cy="316941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415617" cy="3169410"/>
                    </a:xfrm>
                    <a:prstGeom prst="rect">
                      <a:avLst/>
                    </a:prstGeom>
                  </am3d:spPr>
                  <am3d:camera>
                    <am3d:pos x="0" y="0" z="562221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19265" d="1000000"/>
                    <am3d:preTrans dx="0" dy="-10663436" dz="-36906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2775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Bicycle">
                <a:extLst>
                  <a:ext uri="{FF2B5EF4-FFF2-40B4-BE49-F238E27FC236}">
                    <a16:creationId xmlns:a16="http://schemas.microsoft.com/office/drawing/2014/main" id="{1DF699E4-B74C-EF23-E396-0C4E0CACB14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0473" y="1833005"/>
                <a:ext cx="1415617" cy="31694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976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B707-FA27-4F12-FE9D-507B167D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60BC4-EAC9-76EF-30F8-BBDA9597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7497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979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183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147C-0977-4E9B-8237-CB8594C9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792" y="365125"/>
            <a:ext cx="7699007" cy="1325563"/>
          </a:xfrm>
        </p:spPr>
        <p:txBody>
          <a:bodyPr/>
          <a:lstStyle/>
          <a:p>
            <a:r>
              <a:rPr lang="en-US" dirty="0"/>
              <a:t>Contact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0E8CD-5DD5-FBFF-E013-16ECE1694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4" y="1825625"/>
            <a:ext cx="7197436" cy="4351338"/>
          </a:xfrm>
        </p:spPr>
        <p:txBody>
          <a:bodyPr numCol="1">
            <a:normAutofit fontScale="70000" lnSpcReduction="20000"/>
          </a:bodyPr>
          <a:lstStyle/>
          <a:p>
            <a:r>
              <a:rPr lang="en-US" dirty="0"/>
              <a:t>Touring Clubs 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Qiang</a:t>
            </a:r>
            <a:r>
              <a:rPr lang="en-US" dirty="0"/>
              <a:t> Wang</a:t>
            </a:r>
          </a:p>
          <a:p>
            <a:pPr lvl="1"/>
            <a:r>
              <a:rPr lang="en-US" dirty="0"/>
              <a:t>(424)-555-0121</a:t>
            </a:r>
          </a:p>
          <a:p>
            <a:pPr lvl="1"/>
            <a:r>
              <a:rPr lang="en-US" dirty="0" err="1"/>
              <a:t>Qiang@adventure:works.com</a:t>
            </a:r>
            <a:endParaRPr lang="en-US" dirty="0"/>
          </a:p>
          <a:p>
            <a:r>
              <a:rPr lang="en-US" dirty="0"/>
              <a:t>Racing Clubs </a:t>
            </a:r>
          </a:p>
          <a:p>
            <a:pPr lvl="1"/>
            <a:r>
              <a:rPr lang="en-US" dirty="0"/>
              <a:t>Contact Jenni </a:t>
            </a:r>
            <a:r>
              <a:rPr lang="en-US" dirty="0" err="1"/>
              <a:t>Memifield</a:t>
            </a:r>
            <a:endParaRPr lang="en-US" dirty="0"/>
          </a:p>
          <a:p>
            <a:pPr lvl="1"/>
            <a:r>
              <a:rPr lang="en-US" dirty="0"/>
              <a:t>(424)555-0145</a:t>
            </a:r>
          </a:p>
          <a:p>
            <a:pPr lvl="1"/>
            <a:r>
              <a:rPr lang="en-US" dirty="0" err="1">
                <a:hlinkClick r:id="rId2"/>
              </a:rPr>
              <a:t>Jenni@adventure:works.com</a:t>
            </a:r>
            <a:endParaRPr lang="en-US" dirty="0"/>
          </a:p>
          <a:p>
            <a:r>
              <a:rPr lang="en-US" dirty="0"/>
              <a:t>International clubs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Koos</a:t>
            </a:r>
            <a:r>
              <a:rPr lang="en-US" dirty="0"/>
              <a:t> </a:t>
            </a:r>
            <a:r>
              <a:rPr lang="en-US" dirty="0" err="1"/>
              <a:t>Spintor</a:t>
            </a:r>
            <a:endParaRPr lang="en-US" dirty="0"/>
          </a:p>
          <a:p>
            <a:pPr lvl="1"/>
            <a:r>
              <a:rPr lang="en-US" dirty="0"/>
              <a:t>(424)555-0198</a:t>
            </a:r>
          </a:p>
          <a:p>
            <a:pPr lvl="1"/>
            <a:r>
              <a:rPr lang="en-US" dirty="0" err="1">
                <a:hlinkClick r:id="rId3"/>
              </a:rPr>
              <a:t>Koos@adventure:works.com</a:t>
            </a:r>
            <a:endParaRPr lang="en-US" dirty="0"/>
          </a:p>
          <a:p>
            <a:r>
              <a:rPr lang="en-US" dirty="0"/>
              <a:t>Support Crews </a:t>
            </a:r>
          </a:p>
          <a:p>
            <a:pPr lvl="1"/>
            <a:r>
              <a:rPr lang="en-US" dirty="0"/>
              <a:t>Raymond K, Sam </a:t>
            </a:r>
          </a:p>
          <a:p>
            <a:pPr lvl="1"/>
            <a:r>
              <a:rPr lang="en-US" dirty="0"/>
              <a:t>(424)555-0123</a:t>
            </a:r>
          </a:p>
          <a:p>
            <a:pPr lvl="1"/>
            <a:r>
              <a:rPr lang="en-US" dirty="0" err="1"/>
              <a:t>Raymond@adventure</a:t>
            </a:r>
            <a:r>
              <a:rPr lang="en-US" dirty="0"/>
              <a:t>: works.com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54792" y="1371600"/>
            <a:ext cx="7699008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35990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8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83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Adventure Works Cycles</vt:lpstr>
      <vt:lpstr>Adventure Works Cycles</vt:lpstr>
      <vt:lpstr>Products and Services </vt:lpstr>
      <vt:lpstr>PowerPoint Presentation</vt:lpstr>
      <vt:lpstr>PowerPoint Presentation</vt:lpstr>
      <vt:lpstr>PowerPoint Presentation</vt:lpstr>
      <vt:lpstr>PowerPoint Presentation</vt:lpstr>
      <vt:lpstr>Contact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2023-09-14T00:55:00Z</dcterms:created>
  <dcterms:modified xsi:type="dcterms:W3CDTF">2025-04-12T13:36:42Z</dcterms:modified>
</cp:coreProperties>
</file>