
<file path=[Content_Types].xml><?xml version="1.0" encoding="utf-8"?>
<Types xmlns="http://schemas.openxmlformats.org/package/2006/content-types">
  <Default Extension="tmp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93366"/>
    <a:srgbClr val="66003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70" d="100"/>
          <a:sy n="70" d="100"/>
        </p:scale>
        <p:origin x="714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E57C38-4C8E-4E20-B7B1-A22E9B0CADCB}" type="datetimeFigureOut">
              <a:rPr lang="en-US" smtClean="0"/>
              <a:t>6/21/2019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08AC0D-D374-450A-89E2-563CA25172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69543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E57C38-4C8E-4E20-B7B1-A22E9B0CADCB}" type="datetimeFigureOut">
              <a:rPr lang="en-US" smtClean="0"/>
              <a:t>6/21/2019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08AC0D-D374-450A-89E2-563CA25172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143275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E57C38-4C8E-4E20-B7B1-A22E9B0CADCB}" type="datetimeFigureOut">
              <a:rPr lang="en-US" smtClean="0"/>
              <a:t>6/21/2019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08AC0D-D374-450A-89E2-563CA25172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760822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E57C38-4C8E-4E20-B7B1-A22E9B0CADCB}" type="datetimeFigureOut">
              <a:rPr lang="en-US" smtClean="0"/>
              <a:t>6/21/2019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08AC0D-D374-450A-89E2-563CA25172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06595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E57C38-4C8E-4E20-B7B1-A22E9B0CADCB}" type="datetimeFigureOut">
              <a:rPr lang="en-US" smtClean="0"/>
              <a:t>6/21/2019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08AC0D-D374-450A-89E2-563CA25172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122004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E57C38-4C8E-4E20-B7B1-A22E9B0CADCB}" type="datetimeFigureOut">
              <a:rPr lang="en-US" smtClean="0"/>
              <a:t>6/21/2019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08AC0D-D374-450A-89E2-563CA25172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326869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E57C38-4C8E-4E20-B7B1-A22E9B0CADCB}" type="datetimeFigureOut">
              <a:rPr lang="en-US" smtClean="0"/>
              <a:t>6/21/2019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08AC0D-D374-450A-89E2-563CA25172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102517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E57C38-4C8E-4E20-B7B1-A22E9B0CADCB}" type="datetimeFigureOut">
              <a:rPr lang="en-US" smtClean="0"/>
              <a:t>6/21/2019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08AC0D-D374-450A-89E2-563CA25172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4853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E57C38-4C8E-4E20-B7B1-A22E9B0CADCB}" type="datetimeFigureOut">
              <a:rPr lang="en-US" smtClean="0"/>
              <a:t>6/21/2019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08AC0D-D374-450A-89E2-563CA25172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27330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E57C38-4C8E-4E20-B7B1-A22E9B0CADCB}" type="datetimeFigureOut">
              <a:rPr lang="en-US" smtClean="0"/>
              <a:t>6/21/2019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08AC0D-D374-450A-89E2-563CA25172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85063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E57C38-4C8E-4E20-B7B1-A22E9B0CADCB}" type="datetimeFigureOut">
              <a:rPr lang="en-US" smtClean="0"/>
              <a:t>6/21/2019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08AC0D-D374-450A-89E2-563CA25172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53443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solidFill>
            <a:srgbClr val="993366"/>
          </a:solidFill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1E57C38-4C8E-4E20-B7B1-A22E9B0CADCB}" type="datetimeFigureOut">
              <a:rPr lang="en-US" smtClean="0"/>
              <a:t>6/21/2019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E08AC0D-D374-450A-89E2-563CA25172DA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/>
          <p:cNvCxnSpPr/>
          <p:nvPr userDrawn="1"/>
        </p:nvCxnSpPr>
        <p:spPr>
          <a:xfrm>
            <a:off x="685800" y="114300"/>
            <a:ext cx="3644900" cy="0"/>
          </a:xfrm>
          <a:prstGeom prst="line">
            <a:avLst/>
          </a:prstGeom>
          <a:ln w="76200">
            <a:solidFill>
              <a:schemeClr val="accent2">
                <a:lumMod val="50000"/>
              </a:schemeClr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0" name="Straight Connector 9"/>
          <p:cNvCxnSpPr/>
          <p:nvPr userDrawn="1"/>
        </p:nvCxnSpPr>
        <p:spPr>
          <a:xfrm>
            <a:off x="4483100" y="114300"/>
            <a:ext cx="3644900" cy="0"/>
          </a:xfrm>
          <a:prstGeom prst="line">
            <a:avLst/>
          </a:prstGeom>
          <a:ln w="76200">
            <a:solidFill>
              <a:schemeClr val="accent2">
                <a:lumMod val="75000"/>
              </a:schemeClr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1" name="Straight Connector 10"/>
          <p:cNvCxnSpPr/>
          <p:nvPr userDrawn="1"/>
        </p:nvCxnSpPr>
        <p:spPr>
          <a:xfrm>
            <a:off x="8255000" y="114300"/>
            <a:ext cx="3644900" cy="0"/>
          </a:xfrm>
          <a:prstGeom prst="line">
            <a:avLst/>
          </a:prstGeom>
          <a:ln w="76200"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378827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kern="1200" cap="all" baseline="0">
          <a:solidFill>
            <a:schemeClr val="bg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tmp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HUMONGOUS INSURANCE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5005681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ACHIEVEMENTS</a:t>
            </a:r>
            <a:endParaRPr lang="en-US" dirty="0"/>
          </a:p>
        </p:txBody>
      </p:sp>
      <p:pic>
        <p:nvPicPr>
          <p:cNvPr id="3" name="Picture 2" descr="Screen Clippi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874283"/>
            <a:ext cx="10515600" cy="49476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54795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Q2 GOALS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dirty="0" smtClean="0"/>
              <a:t>Increate new customers by 10%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dirty="0" smtClean="0"/>
              <a:t>Retain 95% of existing customers 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dirty="0" smtClean="0"/>
              <a:t>Reduce support calls by 5%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dirty="0" smtClean="0"/>
              <a:t>Increate pet by 30%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dirty="0" smtClean="0"/>
              <a:t>Increate social network reach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dirty="0" smtClean="0"/>
              <a:t>Sell, sell, sell!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4567459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</TotalTime>
  <Words>38</Words>
  <Application>Microsoft Office PowerPoint</Application>
  <PresentationFormat>Widescreen</PresentationFormat>
  <Paragraphs>9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8" baseType="lpstr">
      <vt:lpstr>Arial</vt:lpstr>
      <vt:lpstr>Calibri</vt:lpstr>
      <vt:lpstr>Calibri Light</vt:lpstr>
      <vt:lpstr>Wingdings</vt:lpstr>
      <vt:lpstr>Office Theme</vt:lpstr>
      <vt:lpstr>HUMONGOUS INSURANCE</vt:lpstr>
      <vt:lpstr>ACHIEVEMENTS</vt:lpstr>
      <vt:lpstr>Q2 GOALS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HUMONGOUS INSURANCE</dc:title>
  <dc:creator>Admin</dc:creator>
  <cp:lastModifiedBy>Admin</cp:lastModifiedBy>
  <cp:revision>2</cp:revision>
  <dcterms:created xsi:type="dcterms:W3CDTF">2019-06-21T02:58:39Z</dcterms:created>
  <dcterms:modified xsi:type="dcterms:W3CDTF">2019-06-21T03:11:46Z</dcterms:modified>
</cp:coreProperties>
</file>