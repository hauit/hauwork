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9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74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25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8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2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59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8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3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87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34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9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79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50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7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38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1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94306C7-4581-4F89-9339-BC324D12C0E4}" type="datetimeFigureOut">
              <a:rPr lang="en-US" smtClean="0"/>
              <a:t>02-05-2021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04284BB-7199-42A1-A6EC-26A402378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65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804862"/>
            <a:ext cx="9991725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20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02" y="520065"/>
            <a:ext cx="10048875" cy="1657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8780" y="3223260"/>
            <a:ext cx="74980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smtClean="0"/>
              <a:t>How did we do?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61252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7520"/>
            <a:ext cx="11874082" cy="683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9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92" y="347663"/>
            <a:ext cx="84867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08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025" y="852487"/>
            <a:ext cx="874395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31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1128712"/>
            <a:ext cx="85439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688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89743"/>
            <a:ext cx="10515600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7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06" y="365125"/>
            <a:ext cx="10877434" cy="624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404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8" y="822960"/>
            <a:ext cx="10694782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301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Custom 1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33CCCC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41</TotalTime>
  <Words>5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5</cp:revision>
  <dcterms:created xsi:type="dcterms:W3CDTF">2019-07-15T14:36:07Z</dcterms:created>
  <dcterms:modified xsi:type="dcterms:W3CDTF">2021-05-02T15:19:15Z</dcterms:modified>
</cp:coreProperties>
</file>