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&amp;ehk=XAG7pAWXrFcGOEtz2Vk2pw&amp;r=0&amp;pid=OfficeInsert" ContentType="image/jpeg"/>
  <Default Extension="jpg" ContentType="image/jpeg"/>
  <Default Extension="jpg&amp;ehk=39hP7Q5ve9xg15s03wm95A&amp;r=0&amp;pid=OfficeInsert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412808-B143-4DA2-9AE4-4BF722C7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318A518-48B8-4692-89F8-B5CF7A71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E5E070F-2172-4B1D-A9DF-3366C71D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4C7549-1263-4DD5-BA18-7FDE862B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60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rfmcdonald/8258668629" TargetMode="External"/><Relationship Id="rId2" Type="http://schemas.openxmlformats.org/officeDocument/2006/relationships/image" Target="../media/image3.jpg&amp;ehk=39hP7Q5ve9xg15s03wm95A&amp;r=0&amp;pid=OfficeInsert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2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jasonparis/6432058071/" TargetMode="External"/><Relationship Id="rId7" Type="http://schemas.openxmlformats.org/officeDocument/2006/relationships/hyperlink" Target="https://creativecommons.org/licenses/by/2.0/" TargetMode="External"/><Relationship Id="rId2" Type="http://schemas.openxmlformats.org/officeDocument/2006/relationships/image" Target="../media/image4.jpg&amp;ehk=XAG7pAWXrFcGOEtz2Vk2pw&amp;r=0&amp;pid=OfficeInsert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sa/2.0/" TargetMode="External"/><Relationship Id="rId5" Type="http://schemas.openxmlformats.org/officeDocument/2006/relationships/hyperlink" Target="http://flickr.com/photos/locobone/3161466900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ore filled with lots of fresh produce&#10;&#10;Description generated with very high confidence">
            <a:extLst>
              <a:ext uri="{FF2B5EF4-FFF2-40B4-BE49-F238E27FC236}">
                <a16:creationId xmlns="" xmlns:a16="http://schemas.microsoft.com/office/drawing/2014/main" id="{95A6D262-98D4-4ABA-BA61-1BD20CFD0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766" t="31818" r="532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="" xmlns:a16="http://schemas.microsoft.com/office/drawing/2014/main" id="{F64488EF-0C4E-4FAA-9D97-A72C3AFE43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16" name="Straight Connector 12">
            <a:extLst>
              <a:ext uri="{FF2B5EF4-FFF2-40B4-BE49-F238E27FC236}">
                <a16:creationId xmlns="" xmlns:a16="http://schemas.microsoft.com/office/drawing/2014/main" id="{9672C991-6307-48D2-9F0B-D5CF16953E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5AD66D-3916-4D68-9D4A-EDD88236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Loblaws At Maple Leaf Gardens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FD1FA41-88F6-4120-A5E1-86097BB0E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endParaRPr lang="en-CA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AEC3005-A8F1-46C5-8BF9-0F1E11154AF6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flickr.com/photos/rfmcdonald/825866862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4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3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3466966A-B29C-472E-8766-C251F8C60E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27546" y="321732"/>
            <a:ext cx="5141002" cy="6148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C494309E-C447-4523-90CD-6ED3EF7927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oup of people standing in front of a building&#10;&#10;Description generated with very high confidence">
            <a:extLst>
              <a:ext uri="{FF2B5EF4-FFF2-40B4-BE49-F238E27FC236}">
                <a16:creationId xmlns="" xmlns:a16="http://schemas.microsoft.com/office/drawing/2014/main" id="{A29852F9-4608-4F0A-8ABA-C74EB6AD2F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 l="3884" r="18595" b="-4"/>
          <a:stretch/>
        </p:blipFill>
        <p:spPr>
          <a:xfrm>
            <a:off x="5626827" y="321732"/>
            <a:ext cx="3798244" cy="367484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3B221C4C-E973-4C7F-969B-FC5C2D37AD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9583348" y="321732"/>
            <a:ext cx="2286920" cy="273281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2EA513B-1003-4CDE-A3F5-91985BB102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26825" y="4157448"/>
            <a:ext cx="3798245" cy="23026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4" descr="A sign on the side of a building&#10;&#10;Description generated with very high confidence">
            <a:extLst>
              <a:ext uri="{FF2B5EF4-FFF2-40B4-BE49-F238E27FC236}">
                <a16:creationId xmlns="" xmlns:a16="http://schemas.microsoft.com/office/drawing/2014/main" id="{072D5429-D06B-4AD2-B66D-55EBE6B6E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rcRect l="35024" r="23107" b="3"/>
          <a:stretch/>
        </p:blipFill>
        <p:spPr>
          <a:xfrm>
            <a:off x="9583346" y="3210267"/>
            <a:ext cx="2286921" cy="324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06A1F1-130D-429D-B96A-AEB7F376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Can you Believe this used to be an n.h.l. hockey arena?</a:t>
            </a:r>
            <a:endParaRPr lang="en-CA" sz="350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="" xmlns:a16="http://schemas.microsoft.com/office/drawing/2014/main" id="{FE052D94-5DC0-4E60-A4ED-42391300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791711" cy="393192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40910E6-CBAF-488A-B9C0-D80ED13CA37F}"/>
              </a:ext>
            </a:extLst>
          </p:cNvPr>
          <p:cNvSpPr txBox="1"/>
          <p:nvPr/>
        </p:nvSpPr>
        <p:spPr>
          <a:xfrm>
            <a:off x="9798396" y="6657945"/>
            <a:ext cx="239360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5" tooltip="http://flickr.com/photos/locobone/3161466900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6" tooltip="https://creativecommons.org/licenses/by-nc-sa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BY-NC-SA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667A9B-DDE1-470F-AC3F-CED1339D7987}"/>
              </a:ext>
            </a:extLst>
          </p:cNvPr>
          <p:cNvSpPr txBox="1"/>
          <p:nvPr/>
        </p:nvSpPr>
        <p:spPr>
          <a:xfrm>
            <a:off x="7305581" y="3796525"/>
            <a:ext cx="211949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rgbClr val="FFFFFF"/>
                </a:solidFill>
                <a:hlinkClick r:id="rId3" tooltip="http://www.flickr.com/photos/jasonparis/6432058071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This Photo</a:t>
            </a:r>
            <a:r>
              <a:rPr lang="en-CA" sz="700">
                <a:solidFill>
                  <a:srgbClr val="FFFFFF"/>
                </a:solidFill>
              </a:rPr>
              <a:t> by Unknown Author is licensed under </a:t>
            </a:r>
            <a:r>
              <a:rPr lang="en-CA" sz="700">
                <a:solidFill>
                  <a:srgbClr val="FFFFFF"/>
                </a:solidFill>
                <a:hlinkClick r:id="rId7" tooltip="https://creativecommons.org/licenses/by/2.0/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CC BY</a:t>
            </a:r>
            <a:endParaRPr lang="en-CA" sz="700">
              <a:solidFill>
                <a:srgbClr val="FFFFFF"/>
              </a:solidFill>
            </a:endParaRPr>
          </a:p>
        </p:txBody>
      </p:sp>
      <p:sp>
        <p:nvSpPr>
          <p:cNvPr id="13" name="Explosion: 8 Points 12">
            <a:extLst>
              <a:ext uri="{FF2B5EF4-FFF2-40B4-BE49-F238E27FC236}">
                <a16:creationId xmlns="" xmlns:a16="http://schemas.microsoft.com/office/drawing/2014/main" id="{A0BAD527-6535-410D-A54D-7EE22008355B}"/>
              </a:ext>
            </a:extLst>
          </p:cNvPr>
          <p:cNvSpPr/>
          <p:nvPr/>
        </p:nvSpPr>
        <p:spPr>
          <a:xfrm>
            <a:off x="1238250" y="2600325"/>
            <a:ext cx="3438525" cy="32385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No Way!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206678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3F47AF-53DC-4734-B575-A6486B71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Cheese Wall!</a:t>
            </a:r>
            <a:endParaRPr lang="en-CA" dirty="0"/>
          </a:p>
        </p:txBody>
      </p:sp>
      <p:pic>
        <p:nvPicPr>
          <p:cNvPr id="4" name="Powerpoint mos vid">
            <a:hlinkClick r:id="" action="ppaction://media"/>
            <a:extLst>
              <a:ext uri="{FF2B5EF4-FFF2-40B4-BE49-F238E27FC236}">
                <a16:creationId xmlns="" xmlns:a16="http://schemas.microsoft.com/office/drawing/2014/main" id="{E335C180-7B6B-4153-A186-A7C1491DD6B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60550" y="2286000"/>
            <a:ext cx="8045450" cy="4022725"/>
          </a:xfrm>
        </p:spPr>
      </p:pic>
    </p:spTree>
    <p:extLst>
      <p:ext uri="{BB962C8B-B14F-4D97-AF65-F5344CB8AC3E}">
        <p14:creationId xmlns:p14="http://schemas.microsoft.com/office/powerpoint/2010/main" val="3849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72C3F5-3ADB-4DCD-9BE9-47A5A50C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Reasons to Visit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16B532-F580-496A-90A2-10E7EB50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History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Holiday specials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Cooking classes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selection of flowers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LCBO on top floor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Ryerson Athletic center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405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7FCBA8-1EF5-451B-9668-128FCF73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8B5D76-AE46-41AA-AC0E-8B08EF24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5804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95</TotalTime>
  <Words>76</Words>
  <Application>Microsoft Office PowerPoint</Application>
  <PresentationFormat>Widescreen</PresentationFormat>
  <Paragraphs>15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Tw Cen MT</vt:lpstr>
      <vt:lpstr>Tw Cen MT Condensed</vt:lpstr>
      <vt:lpstr>Wingdings</vt:lpstr>
      <vt:lpstr>Wingdings 3</vt:lpstr>
      <vt:lpstr>Integral</vt:lpstr>
      <vt:lpstr>Loblaws At Maple Leaf Gardens</vt:lpstr>
      <vt:lpstr>Can you Believe this used to be an n.h.l. hockey arena?</vt:lpstr>
      <vt:lpstr>The Cheese Wall!</vt:lpstr>
      <vt:lpstr>Other Reasons to Visit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Loblaws At Maple Leaf Gardens</dc:title>
  <dc:creator>Mike Carter</dc:creator>
  <cp:lastModifiedBy>Admin</cp:lastModifiedBy>
  <cp:revision>9</cp:revision>
  <dcterms:created xsi:type="dcterms:W3CDTF">2018-06-09T16:54:25Z</dcterms:created>
  <dcterms:modified xsi:type="dcterms:W3CDTF">2020-09-03T04:46:33Z</dcterms:modified>
</cp:coreProperties>
</file>