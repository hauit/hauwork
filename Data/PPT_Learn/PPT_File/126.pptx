
<file path=[Content_Types].xml><?xml version="1.0" encoding="utf-8"?>
<Types xmlns="http://schemas.openxmlformats.org/package/2006/content-types">
  <Default Extension="png" ContentType="image/png"/>
  <Default Extension="jpg&amp;ehk=um62OXk4XroDYOY3Gqnfuw&amp;r=0&amp;pid=OfficeInsert" ContentType="image/jpeg"/>
  <Default Extension="jpeg" ContentType="image/jpeg"/>
  <Default Extension="rels" ContentType="application/vnd.openxmlformats-package.relationships+xml"/>
  <Default Extension="xml" ContentType="application/xml"/>
  <Default Extension="jpg&amp;ehk=NkK" ContentType="image/jpeg"/>
  <Default Extension="png&amp;ehk=SLw7KMFvPCDlqLrE02OSOQ&amp;r=0&amp;pid=OfficeInsert" ContentType="image/p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7" autoAdjust="0"/>
    <p:restoredTop sz="94649" autoAdjust="0"/>
  </p:normalViewPr>
  <p:slideViewPr>
    <p:cSldViewPr>
      <p:cViewPr varScale="1">
        <p:scale>
          <a:sx n="54" d="100"/>
          <a:sy n="54" d="100"/>
        </p:scale>
        <p:origin x="104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 Sales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Basket Ball Shoes</c:v>
                </c:pt>
                <c:pt idx="1">
                  <c:v>Hockey Sticks</c:v>
                </c:pt>
                <c:pt idx="2">
                  <c:v>Jerseys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506070</c:v>
                </c:pt>
                <c:pt idx="1">
                  <c:v>34950</c:v>
                </c:pt>
                <c:pt idx="2">
                  <c:v>500340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4A1C-4C03-90AE-8BE1FA0135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1753936"/>
        <c:axId val="141752368"/>
      </c:lineChart>
      <c:catAx>
        <c:axId val="141753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95000"/>
                <a:alpha val="1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752368"/>
        <c:crosses val="autoZero"/>
        <c:auto val="1"/>
        <c:lblAlgn val="ctr"/>
        <c:lblOffset val="100"/>
        <c:noMultiLvlLbl val="0"/>
      </c:catAx>
      <c:valAx>
        <c:axId val="141752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7539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09800"/>
            <a:ext cx="7772400" cy="1143000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505200"/>
            <a:ext cx="6400800" cy="1066800"/>
          </a:xfrm>
        </p:spPr>
        <p:txBody>
          <a:bodyPr/>
          <a:lstStyle>
            <a:lvl1pPr marL="0" indent="0" algn="ctr">
              <a:buFontTx/>
              <a:buNone/>
              <a:defRPr sz="3600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85800" y="6096000"/>
            <a:ext cx="1905000" cy="3810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096000"/>
            <a:ext cx="2895600" cy="3810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096000"/>
            <a:ext cx="1905000" cy="381000"/>
          </a:xfrm>
        </p:spPr>
        <p:txBody>
          <a:bodyPr/>
          <a:lstStyle>
            <a:lvl1pPr>
              <a:defRPr/>
            </a:lvl1pPr>
          </a:lstStyle>
          <a:p>
            <a:fld id="{B8F6E74A-9B5D-4D56-BC4D-D0B61CC0866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BBA47B-ED89-4732-8AEB-723881C4F8C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ECE9F8-EF90-4E6B-BA46-2351DAB248C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676400"/>
            <a:ext cx="42672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42672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FAAA82-ACBA-43A8-8DC5-68FF3F7CF58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4589DF-9D0F-4B49-97B6-BC4591B9BC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B6BB4A-8E3E-4787-B86E-A3619747BA1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B993DD-3086-4A01-AB49-19D054B3129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A3CF5D-C547-4B11-AF76-3BECD422F1C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19776B-4E31-44B0-BAB8-F7DE2F73D17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D1B5B3-0469-415D-95F3-F513DD8E165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838200"/>
            <a:ext cx="2171700" cy="5410200"/>
          </a:xfrm>
        </p:spPr>
        <p:txBody>
          <a:bodyPr vert="eaVert"/>
          <a:lstStyle/>
          <a:p>
            <a:r>
              <a:rPr lang="en-US"/>
              <a:t>Click to add title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838200"/>
            <a:ext cx="63627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CA958B-1E40-45F9-AC62-CB7FC7BE1AF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&amp;ehk=um62OXk4XroDYOY3Gqnfuw&amp;r=0&amp;pid=OfficeInsert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://promotingdevelopmentthroughplay.wikispaces.com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  <a:extLst>
              <a:ext uri="{837473B0-CC2E-450A-ABE3-18F120FF3D39}">
                <a1611:picAttrSrcUrl xmlns="" xmlns:a1611="http://schemas.microsoft.com/office/drawing/2016/11/main" r:id="rId14"/>
              </a:ext>
            </a:extLst>
          </a:blip>
          <a:srcRect/>
          <a:stretch>
            <a:fillRect l="-41000" r="-4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838200"/>
            <a:ext cx="86868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76400"/>
            <a:ext cx="86868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4800" y="63246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324600"/>
            <a:ext cx="2895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3246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7884BFCE-1878-4D56-883A-64CB8182E429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 Black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 Black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 Black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 Black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 Black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 Black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 Black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 Black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promotingdevelopmentthroughplay.wikispaces.com/" TargetMode="External"/><Relationship Id="rId2" Type="http://schemas.openxmlformats.org/officeDocument/2006/relationships/image" Target="../media/image1.jpg&amp;ehk=um62OXk4XroDYOY3Gqnfuw&amp;r=0&amp;pid=OfficeInsert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en.m.wikipedia.org/wiki/file:baseball.svg" TargetMode="External"/><Relationship Id="rId2" Type="http://schemas.openxmlformats.org/officeDocument/2006/relationships/image" Target="../media/image2.png&amp;ehk=SLw7KMFvPCDlqLrE02OSOQ&amp;r=0&amp;pid=OfficeInsert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yellowmenace8.blogspot.com/2014/11/bball-yellowmenace-kicks.html" TargetMode="External"/><Relationship Id="rId5" Type="http://schemas.openxmlformats.org/officeDocument/2006/relationships/image" Target="../media/image4.jpg&amp;ehk=NkK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0000"/>
            <a:lum/>
            <a:extLst>
              <a:ext uri="{837473B0-CC2E-450A-ABE3-18F120FF3D39}">
                <a1611:picAttrSrcUrl xmlns="" xmlns:a1611="http://schemas.microsoft.com/office/drawing/2016/11/main" r:id="rId3"/>
              </a:ext>
            </a:extLst>
          </a:blip>
          <a:srcRect/>
          <a:stretch>
            <a:fillRect l="-41000" r="-4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63965" y="4038600"/>
            <a:ext cx="6400800" cy="1066800"/>
          </a:xfrm>
          <a:solidFill>
            <a:schemeClr val="accent4"/>
          </a:solidFill>
        </p:spPr>
        <p:txBody>
          <a:bodyPr/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Sports Equipment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C39A8C83-BEBC-439D-942C-4F1E06397ECA}"/>
              </a:ext>
            </a:extLst>
          </p:cNvPr>
          <p:cNvSpPr/>
          <p:nvPr/>
        </p:nvSpPr>
        <p:spPr>
          <a:xfrm>
            <a:off x="4479634" y="2967335"/>
            <a:ext cx="1847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3E5EB5D7-7AF5-4BE1-A89C-33479B41A8B3}"/>
              </a:ext>
            </a:extLst>
          </p:cNvPr>
          <p:cNvSpPr/>
          <p:nvPr/>
        </p:nvSpPr>
        <p:spPr bwMode="auto">
          <a:xfrm>
            <a:off x="5768109" y="68874"/>
            <a:ext cx="3124200" cy="65532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1800" b="0" i="0" u="none" strike="noStrike" cap="none" normalizeH="0" baseline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838200"/>
          </a:xfrm>
        </p:spPr>
        <p:txBody>
          <a:bodyPr/>
          <a:lstStyle/>
          <a:p>
            <a:pPr algn="l"/>
            <a:r>
              <a:rPr lang="en-US" dirty="0"/>
              <a:t>Our Three-Point </a:t>
            </a:r>
            <a:br>
              <a:rPr lang="en-US" dirty="0"/>
            </a:br>
            <a:r>
              <a:rPr lang="en-US" dirty="0"/>
              <a:t>Guarantee: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76400"/>
            <a:ext cx="5334000" cy="4572000"/>
          </a:xfrm>
          <a:solidFill>
            <a:schemeClr val="bg2">
              <a:alpha val="62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All products meet stringent standards.</a:t>
            </a:r>
          </a:p>
          <a:p>
            <a:r>
              <a:rPr lang="en-US" dirty="0">
                <a:solidFill>
                  <a:schemeClr val="bg1"/>
                </a:solidFill>
              </a:rPr>
              <a:t>All products have a lifetime replacement warranty.</a:t>
            </a:r>
          </a:p>
          <a:p>
            <a:r>
              <a:rPr lang="en-US" dirty="0">
                <a:solidFill>
                  <a:schemeClr val="bg1"/>
                </a:solidFill>
              </a:rPr>
              <a:t>All products can be returned if </a:t>
            </a:r>
            <a:r>
              <a:rPr lang="en-US" dirty="0" err="1">
                <a:solidFill>
                  <a:schemeClr val="bg1"/>
                </a:solidFill>
              </a:rPr>
              <a:t>damged</a:t>
            </a:r>
            <a:r>
              <a:rPr lang="en-US" dirty="0">
                <a:solidFill>
                  <a:schemeClr val="bg1"/>
                </a:solidFill>
              </a:rPr>
              <a:t> within the first 30 days after being purchased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C0211F69-35EB-4E90-A682-E3B0FA3C545A}"/>
              </a:ext>
            </a:extLst>
          </p:cNvPr>
          <p:cNvSpPr txBox="1"/>
          <p:nvPr/>
        </p:nvSpPr>
        <p:spPr>
          <a:xfrm>
            <a:off x="5943600" y="1937235"/>
            <a:ext cx="2819400" cy="92333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endParaRPr lang="en-US" dirty="0"/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“You miss 100 percent off the shots you don’t take”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FA28BA37-9858-4ABE-BE97-4AB3FF4F26FB}"/>
              </a:ext>
            </a:extLst>
          </p:cNvPr>
          <p:cNvSpPr txBox="1"/>
          <p:nvPr/>
        </p:nvSpPr>
        <p:spPr>
          <a:xfrm>
            <a:off x="5905500" y="2976142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-Wayne Gretzky</a:t>
            </a:r>
            <a:endParaRPr lang="en-CA" i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FD7D0CB-1AC5-483D-A523-4DA3C329B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sell: </a:t>
            </a:r>
            <a:endParaRPr lang="en-CA" dirty="0"/>
          </a:p>
        </p:txBody>
      </p:sp>
      <p:pic>
        <p:nvPicPr>
          <p:cNvPr id="5" name="Content Placeholder 4" descr="A picture containing baseball, athletic game, sport, white&#10;&#10;Description generated with very high confidence">
            <a:extLst>
              <a:ext uri="{FF2B5EF4-FFF2-40B4-BE49-F238E27FC236}">
                <a16:creationId xmlns="" xmlns:a16="http://schemas.microsoft.com/office/drawing/2014/main" id="{A1338214-5499-46F7-AE85-8BDF27587B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528618" y="1714500"/>
            <a:ext cx="3048000" cy="304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C274A6FB-60A6-4FEC-AD15-BB44B3A66A3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4310062"/>
            <a:ext cx="2722418" cy="181948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6" name="Picture 15" descr="A picture containing footwear&#10;&#10;Description generated with high confidence">
            <a:extLst>
              <a:ext uri="{FF2B5EF4-FFF2-40B4-BE49-F238E27FC236}">
                <a16:creationId xmlns="" xmlns:a16="http://schemas.microsoft.com/office/drawing/2014/main" id="{30C5F934-9898-4534-AA80-870A4D68E3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3857914" y="2743200"/>
            <a:ext cx="5048250" cy="313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579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0D5CDD0-BD0C-47B5-B24F-6D42A7FD0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Sellers: </a:t>
            </a:r>
            <a:endParaRPr lang="en-CA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="" xmlns:a16="http://schemas.microsoft.com/office/drawing/2014/main" id="{91742120-4316-4735-B0F1-21CFDE5610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5961981"/>
              </p:ext>
            </p:extLst>
          </p:nvPr>
        </p:nvGraphicFramePr>
        <p:xfrm>
          <a:off x="228600" y="1676400"/>
          <a:ext cx="86868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0564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838200"/>
          </a:xfrm>
        </p:spPr>
        <p:txBody>
          <a:bodyPr/>
          <a:lstStyle/>
          <a:p>
            <a:pPr algn="l"/>
            <a:r>
              <a:rPr lang="en-US" dirty="0"/>
              <a:t>Our Sports Products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atom design template">
  <a:themeElements>
    <a:clrScheme name="Office Theme 12">
      <a:dk1>
        <a:srgbClr val="969696"/>
      </a:dk1>
      <a:lt1>
        <a:srgbClr val="FFFFFF"/>
      </a:lt1>
      <a:dk2>
        <a:srgbClr val="99EFF1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7F7F7F"/>
      </a:accent4>
      <a:accent5>
        <a:srgbClr val="DAEDEF"/>
      </a:accent5>
      <a:accent6>
        <a:srgbClr val="2D2D8A"/>
      </a:accent6>
      <a:hlink>
        <a:srgbClr val="009999"/>
      </a:hlink>
      <a:folHlink>
        <a:srgbClr val="669900"/>
      </a:folHlink>
    </a:clrScheme>
    <a:fontScheme name="Office Theme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336699"/>
        </a:dk1>
        <a:lt1>
          <a:srgbClr val="FFFFFF"/>
        </a:lt1>
        <a:dk2>
          <a:srgbClr val="87BBDF"/>
        </a:dk2>
        <a:lt2>
          <a:srgbClr val="E3EBF1"/>
        </a:lt2>
        <a:accent1>
          <a:srgbClr val="0099CC"/>
        </a:accent1>
        <a:accent2>
          <a:srgbClr val="468A4B"/>
        </a:accent2>
        <a:accent3>
          <a:srgbClr val="C3DAEC"/>
        </a:accent3>
        <a:accent4>
          <a:srgbClr val="DADADA"/>
        </a:accent4>
        <a:accent5>
          <a:srgbClr val="AACAE2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2">
        <a:dk1>
          <a:srgbClr val="777777"/>
        </a:dk1>
        <a:lt1>
          <a:srgbClr val="FFFFFF"/>
        </a:lt1>
        <a:dk2>
          <a:srgbClr val="B7B9AF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D8D9D4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3E3E5C"/>
        </a:dk1>
        <a:lt1>
          <a:srgbClr val="FFFFFF"/>
        </a:lt1>
        <a:dk2>
          <a:srgbClr val="5C87A4"/>
        </a:dk2>
        <a:lt2>
          <a:srgbClr val="FFFFFF"/>
        </a:lt2>
        <a:accent1>
          <a:srgbClr val="4C8877"/>
        </a:accent1>
        <a:accent2>
          <a:srgbClr val="6666FF"/>
        </a:accent2>
        <a:accent3>
          <a:srgbClr val="B5C3CF"/>
        </a:accent3>
        <a:accent4>
          <a:srgbClr val="DADADA"/>
        </a:accent4>
        <a:accent5>
          <a:srgbClr val="B2C3BD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3366"/>
        </a:dk1>
        <a:lt1>
          <a:srgbClr val="FFFFFF"/>
        </a:lt1>
        <a:dk2>
          <a:srgbClr val="1C72E4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BBCEF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3366"/>
        </a:dk1>
        <a:lt1>
          <a:srgbClr val="FFFFFF"/>
        </a:lt1>
        <a:dk2>
          <a:srgbClr val="99D3FF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CAE6FF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6">
        <a:dk1>
          <a:srgbClr val="3F7EBD"/>
        </a:dk1>
        <a:lt1>
          <a:srgbClr val="D9F8FF"/>
        </a:lt1>
        <a:dk2>
          <a:srgbClr val="336699"/>
        </a:dk2>
        <a:lt2>
          <a:srgbClr val="777777"/>
        </a:lt2>
        <a:accent1>
          <a:srgbClr val="CCECFF"/>
        </a:accent1>
        <a:accent2>
          <a:srgbClr val="579CDB"/>
        </a:accent2>
        <a:accent3>
          <a:srgbClr val="E9FBFF"/>
        </a:accent3>
        <a:accent4>
          <a:srgbClr val="346BA1"/>
        </a:accent4>
        <a:accent5>
          <a:srgbClr val="E2F4FF"/>
        </a:accent5>
        <a:accent6>
          <a:srgbClr val="4E8DC6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5C1F00"/>
        </a:dk1>
        <a:lt1>
          <a:srgbClr val="FFFFFF"/>
        </a:lt1>
        <a:dk2>
          <a:srgbClr val="A84724"/>
        </a:dk2>
        <a:lt2>
          <a:srgbClr val="DFD293"/>
        </a:lt2>
        <a:accent1>
          <a:srgbClr val="DF7475"/>
        </a:accent1>
        <a:accent2>
          <a:srgbClr val="5C8FC2"/>
        </a:accent2>
        <a:accent3>
          <a:srgbClr val="D1B1AC"/>
        </a:accent3>
        <a:accent4>
          <a:srgbClr val="DADADA"/>
        </a:accent4>
        <a:accent5>
          <a:srgbClr val="ECBCBD"/>
        </a:accent5>
        <a:accent6>
          <a:srgbClr val="5381B0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8">
        <a:dk1>
          <a:srgbClr val="3E3E5C"/>
        </a:dk1>
        <a:lt1>
          <a:srgbClr val="C2FEE1"/>
        </a:lt1>
        <a:dk2>
          <a:srgbClr val="0066CC"/>
        </a:dk2>
        <a:lt2>
          <a:srgbClr val="CCECFF"/>
        </a:lt2>
        <a:accent1>
          <a:srgbClr val="3C9698"/>
        </a:accent1>
        <a:accent2>
          <a:srgbClr val="6666FF"/>
        </a:accent2>
        <a:accent3>
          <a:srgbClr val="AAB8E2"/>
        </a:accent3>
        <a:accent4>
          <a:srgbClr val="A5D9C0"/>
        </a:accent4>
        <a:accent5>
          <a:srgbClr val="AFC9CA"/>
        </a:accent5>
        <a:accent6>
          <a:srgbClr val="5C5CE7"/>
        </a:accent6>
        <a:hlink>
          <a:srgbClr val="99CCFF"/>
        </a:hlink>
        <a:folHlink>
          <a:srgbClr val="CC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9">
        <a:dk1>
          <a:srgbClr val="969696"/>
        </a:dk1>
        <a:lt1>
          <a:srgbClr val="FFFFFF"/>
        </a:lt1>
        <a:dk2>
          <a:srgbClr val="0099CC"/>
        </a:dk2>
        <a:lt2>
          <a:srgbClr val="969696"/>
        </a:lt2>
        <a:accent1>
          <a:srgbClr val="D2F8B8"/>
        </a:accent1>
        <a:accent2>
          <a:srgbClr val="CCCC00"/>
        </a:accent2>
        <a:accent3>
          <a:srgbClr val="FFFFFF"/>
        </a:accent3>
        <a:accent4>
          <a:srgbClr val="7F7F7F"/>
        </a:accent4>
        <a:accent5>
          <a:srgbClr val="E5FBD8"/>
        </a:accent5>
        <a:accent6>
          <a:srgbClr val="B9B900"/>
        </a:accent6>
        <a:hlink>
          <a:srgbClr val="00CC99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10">
        <a:dk1>
          <a:srgbClr val="CCFFCC"/>
        </a:dk1>
        <a:lt1>
          <a:srgbClr val="FFFFFF"/>
        </a:lt1>
        <a:dk2>
          <a:srgbClr val="9BD9FF"/>
        </a:dk2>
        <a:lt2>
          <a:srgbClr val="808080"/>
        </a:lt2>
        <a:accent1>
          <a:srgbClr val="6DB6FF"/>
        </a:accent1>
        <a:accent2>
          <a:srgbClr val="CCFFCC"/>
        </a:accent2>
        <a:accent3>
          <a:srgbClr val="FFFFFF"/>
        </a:accent3>
        <a:accent4>
          <a:srgbClr val="AEDAAE"/>
        </a:accent4>
        <a:accent5>
          <a:srgbClr val="BAD7FF"/>
        </a:accent5>
        <a:accent6>
          <a:srgbClr val="B9E7B9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11">
        <a:dk1>
          <a:srgbClr val="EAEAEA"/>
        </a:dk1>
        <a:lt1>
          <a:srgbClr val="FFFFFF"/>
        </a:lt1>
        <a:dk2>
          <a:srgbClr val="EAEAEA"/>
        </a:dk2>
        <a:lt2>
          <a:srgbClr val="333333"/>
        </a:lt2>
        <a:accent1>
          <a:srgbClr val="B2B2B2"/>
        </a:accent1>
        <a:accent2>
          <a:srgbClr val="808080"/>
        </a:accent2>
        <a:accent3>
          <a:srgbClr val="FFFFFF"/>
        </a:accent3>
        <a:accent4>
          <a:srgbClr val="C8C8C8"/>
        </a:accent4>
        <a:accent5>
          <a:srgbClr val="D5D5D5"/>
        </a:accent5>
        <a:accent6>
          <a:srgbClr val="737373"/>
        </a:accent6>
        <a:hlink>
          <a:srgbClr val="4D4D4D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12">
        <a:dk1>
          <a:srgbClr val="969696"/>
        </a:dk1>
        <a:lt1>
          <a:srgbClr val="FFFFFF"/>
        </a:lt1>
        <a:dk2>
          <a:srgbClr val="99EFF1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7F7F7F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66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183</TotalTime>
  <Words>59</Words>
  <Application>Microsoft Office PowerPoint</Application>
  <PresentationFormat>On-screen Show (4:3)</PresentationFormat>
  <Paragraphs>12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Arial Black</vt:lpstr>
      <vt:lpstr>Blue atom design template</vt:lpstr>
      <vt:lpstr>PowerPoint Presentation</vt:lpstr>
      <vt:lpstr>Our Three-Point  Guarantee:</vt:lpstr>
      <vt:lpstr>We sell: </vt:lpstr>
      <vt:lpstr>Top Sellers: </vt:lpstr>
      <vt:lpstr>Our Sports Products</vt:lpstr>
    </vt:vector>
  </TitlesOfParts>
  <Manager/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Tim Huddleston</dc:creator>
  <cp:keywords/>
  <dc:description/>
  <cp:lastModifiedBy>Admin</cp:lastModifiedBy>
  <cp:revision>15</cp:revision>
  <cp:lastPrinted>1601-01-01T00:00:00Z</cp:lastPrinted>
  <dcterms:created xsi:type="dcterms:W3CDTF">2006-10-31T17:38:25Z</dcterms:created>
  <dcterms:modified xsi:type="dcterms:W3CDTF">2020-09-03T03:35:52Z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TC010721171033</vt:lpwstr>
  </property>
</Properties>
</file>