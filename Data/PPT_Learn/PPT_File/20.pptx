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1" r:id="rId4"/>
    <p:sldId id="262" r:id="rId5"/>
    <p:sldId id="263" r:id="rId6"/>
    <p:sldId id="260" r:id="rId7"/>
    <p:sldId id="258" r:id="rId8"/>
    <p:sldId id="25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10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6568443-6AB2-9DB8-5EA5-BDFD1DB95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0D09753A-2AA9-A433-EF9C-E9D5D1DB22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2BA1051-F59F-532C-9F7C-C383F7303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9F4E3-D04A-4E30-BA68-CF0B4003FE5F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C45B24D-9CB0-AF56-E931-52F4B4CE6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C0436BA-1A7E-D4A3-E30B-D315020C0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2DA2A-E7CF-4C0C-A617-99D5D79DD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474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77876DF-6360-026D-7E14-3C1C33C5A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5FCC94E-F677-6BFD-627F-382084D70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6751D25-1544-02D7-802A-6270411A0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9F4E3-D04A-4E30-BA68-CF0B4003FE5F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A1FA3A1-A4FE-3772-7F7F-D20A81303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04A0B25-CE65-45B6-E374-049C9CEA3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2DA2A-E7CF-4C0C-A617-99D5D79DD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083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2B63018-4108-F584-88FE-8DC1D602A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87BDFC2-408A-F7AA-9BE8-563411985B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23A0520-93AD-716A-FCBE-AC3552813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9F4E3-D04A-4E30-BA68-CF0B4003FE5F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BEDC99F-B076-45A0-FE10-65E5139A9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5E8286A-837E-9320-3853-4FDA33C51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2DA2A-E7CF-4C0C-A617-99D5D79DD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64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5FDEF58-4013-C743-BBDD-D8A7269BE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E54E216-EB96-6D51-3536-53372FCDA6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70C15DF0-3635-90B6-45BB-9712003FFE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628E69CC-AFCD-5DFF-F7E2-11C86D924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9F4E3-D04A-4E30-BA68-CF0B4003FE5F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F4666F27-DD9B-5685-80E3-ABDC0675D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29A3378C-14AB-D652-34BA-1BA1B1D40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2DA2A-E7CF-4C0C-A617-99D5D79DD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957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F1C2AD2-21C9-098C-4758-23AE010E7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3F6290F-43C4-4A2D-94A8-BC27186A91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93557F4C-16B9-9366-81D6-7BD429FBB9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7862A615-4394-857A-C979-E67B182659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D3359880-D751-7DD6-E0FE-928B1103A2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AF97DD2E-FF1E-3C7F-975E-BA9A5B30B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9F4E3-D04A-4E30-BA68-CF0B4003FE5F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1B72D0FF-1AE7-C94A-EF7D-A827C80D7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2FBE3FAC-C179-720F-B578-67164CAE7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2DA2A-E7CF-4C0C-A617-99D5D79DD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059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574CFC4-EE70-B2AE-B7AE-9BE7D99DC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786B0AD2-4F29-C414-80A1-187187ADC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9F4E3-D04A-4E30-BA68-CF0B4003FE5F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14DA5F6-CDD6-5547-E21F-8445814F7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00CF106B-1165-4DCC-F931-371EF8537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2DA2A-E7CF-4C0C-A617-99D5D79DD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549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59138ABD-4E1E-E7B8-1539-468277995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9F4E3-D04A-4E30-BA68-CF0B4003FE5F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7C99512B-A6B4-B9B5-E290-AD2D5C1AB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F1A5FCB-ED0D-7BF8-3B65-3868D5089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2DA2A-E7CF-4C0C-A617-99D5D79DD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872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8CBB628-A4EA-F441-C832-299977C02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742DAAA-D223-BA8E-3E3A-2458744DE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8D057460-3015-9BD0-E06C-6DC81D928E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8CF8BA37-D7F0-A144-CCAD-3136C71EA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9F4E3-D04A-4E30-BA68-CF0B4003FE5F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CD65038B-AD31-0E4C-D8A6-3F68FD77D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06945023-9627-B4DF-2759-6B84B6D97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2DA2A-E7CF-4C0C-A617-99D5D79DD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850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41A979F-E83E-C079-6A0F-FC9AB360A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011C9720-B8C8-1209-5B77-579C030A6B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312A0B7E-CDBD-42AE-547C-9254FEE023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3C45666A-8B02-88F7-7752-06329D712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9F4E3-D04A-4E30-BA68-CF0B4003FE5F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A88D5F6C-1167-E521-E4F9-8AEA9990B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74321297-D06E-1D77-EAD5-8A07D11FC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2DA2A-E7CF-4C0C-A617-99D5D79DD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483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DA9D9DD-9605-C7E9-0B4B-B0E7703FC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54C90D1C-9F03-317D-0893-402C2BD805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D21B98D-9F18-2D7A-1904-6CA3807E7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9F4E3-D04A-4E30-BA68-CF0B4003FE5F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782CC4C-69F0-6870-18B0-D3F126004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6D1B596-68E0-289A-EEF0-5986DBCDB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2DA2A-E7CF-4C0C-A617-99D5D79DD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947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D9481125-F5E0-669C-8A13-CCE7687457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FB04BABC-604A-885D-0EC7-1035D2FE97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F4D2AC1-7490-3945-17EF-E472424E1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9F4E3-D04A-4E30-BA68-CF0B4003FE5F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68D8C8E-74A6-6781-EE9B-44986FA94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49D9D26-DA4C-4C80-23FB-E2B912BFE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2DA2A-E7CF-4C0C-A617-99D5D79DD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716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8A8F5B09-66A2-A783-53EB-48859B8D5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1039E452-708C-2340-4342-81F9D438F4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FC9952B-4E2E-FE1B-9D97-14D74EE578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C9F4E3-D04A-4E30-BA68-CF0B4003FE5F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93D502C-4E92-ECF4-FD64-5D99A836E5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04493F6-6CBA-D793-E2CA-AD6F3B18BB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E2DA2A-E7CF-4C0C-A617-99D5D79DD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529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blueyonderairlines.com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FE76458-E91D-DA7F-A91D-01EDA63A66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0130" y="2020137"/>
            <a:ext cx="4477789" cy="2387600"/>
          </a:xfr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/>
          <a:lstStyle/>
          <a:p>
            <a:r>
              <a:rPr lang="en-US" smtClean="0"/>
              <a:t>Blue Yonder Airlines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659944D3-6408-05B8-90E0-728C754773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213" y="4407737"/>
            <a:ext cx="4466706" cy="579899"/>
          </a:xfr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/>
          <a:lstStyle/>
          <a:p>
            <a:r>
              <a:rPr lang="en-US" smtClean="0"/>
              <a:t>Fabulous sights await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782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3285875-D5D7-848D-7492-DD69C03DA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Frequent Flyer Points</a:t>
            </a:r>
          </a:p>
        </p:txBody>
      </p:sp>
      <p:graphicFrame>
        <p:nvGraphicFramePr>
          <p:cNvPr id="4" name="Table 5">
            <a:extLst>
              <a:ext uri="{FF2B5EF4-FFF2-40B4-BE49-F238E27FC236}">
                <a16:creationId xmlns="" xmlns:a16="http://schemas.microsoft.com/office/drawing/2014/main" id="{EF71356E-E1F0-FBC9-AA95-F33CCE4FB3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6553726"/>
              </p:ext>
            </p:extLst>
          </p:nvPr>
        </p:nvGraphicFramePr>
        <p:xfrm>
          <a:off x="2144889" y="1735930"/>
          <a:ext cx="7861123" cy="413429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442457">
                  <a:extLst>
                    <a:ext uri="{9D8B030D-6E8A-4147-A177-3AD203B41FA5}">
                      <a16:colId xmlns="" xmlns:a16="http://schemas.microsoft.com/office/drawing/2014/main" val="1557611189"/>
                    </a:ext>
                  </a:extLst>
                </a:gridCol>
                <a:gridCol w="2709333">
                  <a:extLst>
                    <a:ext uri="{9D8B030D-6E8A-4147-A177-3AD203B41FA5}">
                      <a16:colId xmlns="" xmlns:a16="http://schemas.microsoft.com/office/drawing/2014/main" val="2860289916"/>
                    </a:ext>
                  </a:extLst>
                </a:gridCol>
                <a:gridCol w="2709333">
                  <a:extLst>
                    <a:ext uri="{9D8B030D-6E8A-4147-A177-3AD203B41FA5}">
                      <a16:colId xmlns="" xmlns:a16="http://schemas.microsoft.com/office/drawing/2014/main" val="1876057256"/>
                    </a:ext>
                  </a:extLst>
                </a:gridCol>
              </a:tblGrid>
              <a:tr h="826858">
                <a:tc>
                  <a:txBody>
                    <a:bodyPr/>
                    <a:lstStyle/>
                    <a:p>
                      <a:r>
                        <a:rPr lang="en-US" dirty="0"/>
                        <a:t>Years in Program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Average Distance Traveled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Average Points Earned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670756924"/>
                  </a:ext>
                </a:extLst>
              </a:tr>
              <a:tr h="8268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960111386"/>
                  </a:ext>
                </a:extLst>
              </a:tr>
              <a:tr h="8268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773432423"/>
                  </a:ext>
                </a:extLst>
              </a:tr>
              <a:tr h="8268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901156091"/>
                  </a:ext>
                </a:extLst>
              </a:tr>
              <a:tr h="8268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 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2,500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6917067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7537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8685D3B-A586-0516-2BFF-043CBACD3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B69B050-ACA0-5E9B-5408-F4CF1E478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966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64784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35460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CC53C67-8169-807E-DC40-4ED05DAB3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204" y="365125"/>
            <a:ext cx="3374967" cy="2394700"/>
          </a:xfrm>
          <a:prstGeom prst="hexagon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lvl="0" algn="ctr"/>
            <a:r>
              <a:rPr lang="en-US" dirty="0"/>
              <a:t>Frequent Flyer </a:t>
            </a:r>
            <a:r>
              <a:rPr lang="en-US" dirty="0" smtClean="0"/>
              <a:t>Rewards</a:t>
            </a:r>
            <a:endParaRPr lang="en-US" dirty="0"/>
          </a:p>
        </p:txBody>
      </p:sp>
      <p:pic>
        <p:nvPicPr>
          <p:cNvPr id="1028" name="Picture 4" descr="Cách Thức Cộng Dặm - Khách Hàng Thường Xuyên | Vietnam Airline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5583" y="5641414"/>
            <a:ext cx="2155363" cy="737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1825625"/>
            <a:ext cx="6610004" cy="2912630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72337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C93D0B4-1172-7444-411D-1981DBB3D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Become a Frequent Flyer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F0A4270-2254-871C-5363-4194CA2A6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7678"/>
            <a:ext cx="4388556" cy="46601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Registration is easy and fast</a:t>
            </a:r>
          </a:p>
        </p:txBody>
      </p:sp>
      <p:sp>
        <p:nvSpPr>
          <p:cNvPr id="4" name="Cloud 3">
            <a:extLst>
              <a:ext uri="{FF2B5EF4-FFF2-40B4-BE49-F238E27FC236}">
                <a16:creationId xmlns="" xmlns:a16="http://schemas.microsoft.com/office/drawing/2014/main" id="{FBAF7DF1-9027-AF36-7082-1644A4250A15}"/>
              </a:ext>
            </a:extLst>
          </p:cNvPr>
          <p:cNvSpPr/>
          <p:nvPr/>
        </p:nvSpPr>
        <p:spPr>
          <a:xfrm>
            <a:off x="838200" y="2348088"/>
            <a:ext cx="5303520" cy="1828800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Register for the program at </a:t>
            </a:r>
            <a:r>
              <a:rPr lang="en-US" dirty="0">
                <a:hlinkClick r:id="rId2"/>
              </a:rPr>
              <a:t>www.blueyonderairlines.com</a:t>
            </a:r>
            <a:r>
              <a:rPr lang="en-US" dirty="0"/>
              <a:t> </a:t>
            </a:r>
          </a:p>
        </p:txBody>
      </p:sp>
      <p:sp>
        <p:nvSpPr>
          <p:cNvPr id="8" name="Cloud 7">
            <a:extLst>
              <a:ext uri="{FF2B5EF4-FFF2-40B4-BE49-F238E27FC236}">
                <a16:creationId xmlns="" xmlns:a16="http://schemas.microsoft.com/office/drawing/2014/main" id="{B40F1916-3DE3-8EEC-A88B-77D73416552F}"/>
              </a:ext>
            </a:extLst>
          </p:cNvPr>
          <p:cNvSpPr/>
          <p:nvPr/>
        </p:nvSpPr>
        <p:spPr>
          <a:xfrm>
            <a:off x="3567289" y="3429000"/>
            <a:ext cx="5303520" cy="1828800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Connect your frequent flyer number to your purchases</a:t>
            </a:r>
          </a:p>
        </p:txBody>
      </p:sp>
      <p:sp>
        <p:nvSpPr>
          <p:cNvPr id="9" name="Cloud 8">
            <a:extLst>
              <a:ext uri="{FF2B5EF4-FFF2-40B4-BE49-F238E27FC236}">
                <a16:creationId xmlns="" xmlns:a16="http://schemas.microsoft.com/office/drawing/2014/main" id="{C4CE8388-81B7-5452-9F34-5F7588290934}"/>
              </a:ext>
            </a:extLst>
          </p:cNvPr>
          <p:cNvSpPr/>
          <p:nvPr/>
        </p:nvSpPr>
        <p:spPr>
          <a:xfrm>
            <a:off x="6461760" y="4590345"/>
            <a:ext cx="3431822" cy="1334910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Accumulate points and use them for your future trips</a:t>
            </a:r>
          </a:p>
        </p:txBody>
      </p:sp>
    </p:spTree>
    <p:extLst>
      <p:ext uri="{BB962C8B-B14F-4D97-AF65-F5344CB8AC3E}">
        <p14:creationId xmlns:p14="http://schemas.microsoft.com/office/powerpoint/2010/main" val="42468873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ECD19FD-AE8C-447E-F53C-8F943B369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Frequent Flyer Points</a:t>
            </a:r>
          </a:p>
        </p:txBody>
      </p:sp>
      <p:graphicFrame>
        <p:nvGraphicFramePr>
          <p:cNvPr id="4" name="Table 5">
            <a:extLst>
              <a:ext uri="{FF2B5EF4-FFF2-40B4-BE49-F238E27FC236}">
                <a16:creationId xmlns="" xmlns:a16="http://schemas.microsoft.com/office/drawing/2014/main" id="{76674EEB-E872-EB5E-3002-B62FCD0E81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4806608"/>
              </p:ext>
            </p:extLst>
          </p:nvPr>
        </p:nvGraphicFramePr>
        <p:xfrm>
          <a:off x="838200" y="1825625"/>
          <a:ext cx="10515600" cy="433811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628900">
                  <a:extLst>
                    <a:ext uri="{9D8B030D-6E8A-4147-A177-3AD203B41FA5}">
                      <a16:colId xmlns="" xmlns:a16="http://schemas.microsoft.com/office/drawing/2014/main" val="2484664336"/>
                    </a:ext>
                  </a:extLst>
                </a:gridCol>
                <a:gridCol w="2628900">
                  <a:extLst>
                    <a:ext uri="{9D8B030D-6E8A-4147-A177-3AD203B41FA5}">
                      <a16:colId xmlns="" xmlns:a16="http://schemas.microsoft.com/office/drawing/2014/main" val="1970591386"/>
                    </a:ext>
                  </a:extLst>
                </a:gridCol>
                <a:gridCol w="2628900">
                  <a:extLst>
                    <a:ext uri="{9D8B030D-6E8A-4147-A177-3AD203B41FA5}">
                      <a16:colId xmlns="" xmlns:a16="http://schemas.microsoft.com/office/drawing/2014/main" val="491054418"/>
                    </a:ext>
                  </a:extLst>
                </a:gridCol>
                <a:gridCol w="2628900">
                  <a:extLst>
                    <a:ext uri="{9D8B030D-6E8A-4147-A177-3AD203B41FA5}">
                      <a16:colId xmlns="" xmlns:a16="http://schemas.microsoft.com/office/drawing/2014/main" val="1422605408"/>
                    </a:ext>
                  </a:extLst>
                </a:gridCol>
              </a:tblGrid>
              <a:tr h="8676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Years in</a:t>
                      </a:r>
                    </a:p>
                    <a:p>
                      <a:pPr algn="ctr"/>
                      <a:r>
                        <a:rPr lang="en-US" dirty="0"/>
                        <a:t> Program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Average Distance Traveled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Average Points </a:t>
                      </a:r>
                      <a:r>
                        <a:rPr lang="en-US" dirty="0" smtClean="0"/>
                        <a:t>Earned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Average Percent Earned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74444092"/>
                  </a:ext>
                </a:extLst>
              </a:tr>
              <a:tr h="8676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107305131"/>
                  </a:ext>
                </a:extLst>
              </a:tr>
              <a:tr h="8676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905305555"/>
                  </a:ext>
                </a:extLst>
              </a:tr>
              <a:tr h="8676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330023202"/>
                  </a:ext>
                </a:extLst>
              </a:tr>
              <a:tr h="8676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 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1686466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5485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110</Words>
  <Application>Microsoft Office PowerPoint</Application>
  <PresentationFormat>Widescreen</PresentationFormat>
  <Paragraphs>46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Blue Yonder Airlines</vt:lpstr>
      <vt:lpstr>Frequent Flyer Points</vt:lpstr>
      <vt:lpstr>PowerPoint Presentation</vt:lpstr>
      <vt:lpstr>PowerPoint Presentation</vt:lpstr>
      <vt:lpstr>PowerPoint Presentation</vt:lpstr>
      <vt:lpstr>Frequent Flyer Rewards</vt:lpstr>
      <vt:lpstr>Become a Frequent Flyer</vt:lpstr>
      <vt:lpstr>Frequent Flyer Points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Administrator</cp:lastModifiedBy>
  <cp:revision>8</cp:revision>
  <dcterms:created xsi:type="dcterms:W3CDTF">2023-09-14T01:20:42Z</dcterms:created>
  <dcterms:modified xsi:type="dcterms:W3CDTF">2024-02-13T09:06:24Z</dcterms:modified>
</cp:coreProperties>
</file>