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0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90504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564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09712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234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2417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2835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1114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1570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012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6039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8955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algn="l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914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Himalayan Coffee House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03320" cy="402336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Red-Eye Latte</a:t>
            </a:r>
          </a:p>
          <a:p>
            <a:pPr marL="0" indent="0">
              <a:buNone/>
            </a:pPr>
            <a:r>
              <a:rPr lang="en-US" sz="3200" dirty="0"/>
              <a:t>My-Chai Late</a:t>
            </a:r>
          </a:p>
          <a:p>
            <a:pPr marL="0" indent="0">
              <a:buNone/>
            </a:pPr>
            <a:r>
              <a:rPr lang="en-US" sz="3200" dirty="0"/>
              <a:t>Tiger-Tea</a:t>
            </a:r>
          </a:p>
          <a:p>
            <a:pPr marL="0" indent="0">
              <a:buNone/>
            </a:pPr>
            <a:r>
              <a:rPr lang="en-US" sz="3200" dirty="0"/>
              <a:t>Mocha-chino</a:t>
            </a:r>
          </a:p>
          <a:p>
            <a:pPr marL="0" indent="0">
              <a:buNone/>
            </a:pPr>
            <a:r>
              <a:rPr lang="en-US" sz="3200" dirty="0"/>
              <a:t>Express-o!</a:t>
            </a:r>
          </a:p>
          <a:p>
            <a:pPr marL="0" indent="0">
              <a:buNone/>
            </a:pPr>
            <a:r>
              <a:rPr lang="en-US" sz="3200" dirty="0" err="1"/>
              <a:t>Cafiene</a:t>
            </a:r>
            <a:r>
              <a:rPr lang="en-US" sz="3200" dirty="0"/>
              <a:t>-plus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010" y="1846263"/>
            <a:ext cx="3218180" cy="4022725"/>
          </a:xfr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B2B8762-61F0-4F1B-9364-D633EE9D6A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97675C8-1328-460C-9EBF-6B446B67EA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514EE78B-AF71-4195-A01B-F1165D923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="" xmlns:a16="http://schemas.microsoft.com/office/drawing/2014/main" id="{C6417104-D4C1-4710-9982-2154A7F484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6F1402-2DEC-4071-84AF-350C7BF00D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547997" y="886968"/>
            <a:ext cx="48006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04733B62-1719-4677-A612-CA0AC0AD7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A52A394-10F4-4AA5-90E4-634D1E919D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07BDDC51-8BB2-42BE-8EA8-39B3E9AC1E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80E1A01F-FB0A-4710-919F-4C7E1020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chemeClr val="tx1">
                    <a:lumMod val="85000"/>
                    <a:lumOff val="15000"/>
                  </a:schemeClr>
                </a:solidFill>
              </a:rPr>
              <a:t>Try Our two new flavours!</a:t>
            </a: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0965A833-9DCC-4754-8BD1-644CAF9685AE}"/>
              </a:ext>
            </a:extLst>
          </p:cNvPr>
          <p:cNvSpPr/>
          <p:nvPr/>
        </p:nvSpPr>
        <p:spPr>
          <a:xfrm>
            <a:off x="1760221" y="934720"/>
            <a:ext cx="3429000" cy="25145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Mint</a:t>
            </a:r>
          </a:p>
          <a:p>
            <a:r>
              <a:rPr lang="en-US" sz="3200" dirty="0"/>
              <a:t>Chocolate</a:t>
            </a:r>
            <a:endParaRPr lang="en-CA" sz="3200" dirty="0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EE5E0D77-D604-489F-8F7F-C075FF5B787B}"/>
              </a:ext>
            </a:extLst>
          </p:cNvPr>
          <p:cNvSpPr/>
          <p:nvPr/>
        </p:nvSpPr>
        <p:spPr>
          <a:xfrm>
            <a:off x="3916679" y="1381761"/>
            <a:ext cx="3429000" cy="251459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/>
              <a:t>Blue </a:t>
            </a:r>
          </a:p>
          <a:p>
            <a:pPr algn="r"/>
            <a:r>
              <a:rPr lang="en-US" sz="4000" dirty="0"/>
              <a:t>Lagoon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277136629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4D7619-32DA-469E-86FE-9C808ABF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201F58-2B0B-4B1B-AB75-8E8292FC9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65058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1447</TotalTime>
  <Words>23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Himalayan Coffee House</vt:lpstr>
      <vt:lpstr>Menu</vt:lpstr>
      <vt:lpstr>Try Our two new flavours!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Fourth Coffee</dc:title>
  <dc:creator>Rob Tidrow</dc:creator>
  <cp:lastModifiedBy>Admin</cp:lastModifiedBy>
  <cp:revision>20</cp:revision>
  <dcterms:created xsi:type="dcterms:W3CDTF">2006-10-20T07:43:18Z</dcterms:created>
  <dcterms:modified xsi:type="dcterms:W3CDTF">2020-09-03T03:31:07Z</dcterms:modified>
</cp:coreProperties>
</file>