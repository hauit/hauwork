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g&amp;ehk=" ContentType="image/jpeg"/>
  <Default Extension="jpeg" ContentType="image/jpeg"/>
  <Default Extension="rels" ContentType="application/vnd.openxmlformats-package.relationships+xml"/>
  <Default Extension="xml" ContentType="application/xml"/>
  <Default Extension="jpg&amp;ehk=6Yp" ContentType="image/jpeg"/>
  <Default Extension="jpg&amp;ehk=2U" ContentType="image/jpe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264" r:id="rId5"/>
    <p:sldId id="276" r:id="rId6"/>
    <p:sldId id="277" r:id="rId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DE65FA-97CA-4773-8E1B-AF2B3BE2A0E8}">
          <p14:sldIdLst>
            <p14:sldId id="264"/>
          </p14:sldIdLst>
        </p14:section>
        <p14:section name="Course Introduction" id="{D1BA68B2-306C-4AD4-A313-D6F828BCDAAB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80" autoAdjust="0"/>
  </p:normalViewPr>
  <p:slideViewPr>
    <p:cSldViewPr showGuides="1">
      <p:cViewPr varScale="1">
        <p:scale>
          <a:sx n="58" d="100"/>
          <a:sy n="58" d="100"/>
        </p:scale>
        <p:origin x="360" y="78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03-09-2020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03-09-2020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32988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40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2383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27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A30F4-0B4E-4E4B-BC36-C30CD13F4E17}" type="datetimeFigureOut">
              <a:rPr lang="en-US"/>
              <a:t>03-09-2020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589" y="4445000"/>
            <a:ext cx="7008574" cy="1930400"/>
          </a:xfrm>
        </p:spPr>
        <p:txBody>
          <a:bodyPr anchor="t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589" y="3124200"/>
            <a:ext cx="7008574" cy="1296987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1706581" indent="0">
              <a:buNone/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9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676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7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21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21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807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133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03-09-2020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043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03-09-2020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071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4721" y="0"/>
            <a:ext cx="11579384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2DD204D1-F9BD-4643-8480-6EA41EB484F1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5" r:id="rId8"/>
    <p:sldLayoutId id="2147483676" r:id="rId9"/>
    <p:sldLayoutId id="2147483677" r:id="rId10"/>
    <p:sldLayoutId id="214748367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jdorganizer.blogspot.com/2011/10/organizing-with-knitting-baskets.html" TargetMode="External"/><Relationship Id="rId2" Type="http://schemas.openxmlformats.org/officeDocument/2006/relationships/image" Target="../media/image4.jpg&amp;ehk=6Y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jdorganizer.blogspot.com/2011/10/organizing-with-knitting-baskets.html" TargetMode="External"/><Relationship Id="rId7" Type="http://schemas.openxmlformats.org/officeDocument/2006/relationships/hyperlink" Target="http://commons.wikimedia.org/wiki/File:Pomo_Basket_Bowl.jpg" TargetMode="External"/><Relationship Id="rId2" Type="http://schemas.openxmlformats.org/officeDocument/2006/relationships/image" Target="../media/image5.jpg&amp;ehk=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hyperlink" Target="http://jdorganizer.blogspot.ca/2008/09/moving-into-autumn-firewood-racks-and.html" TargetMode="External"/><Relationship Id="rId4" Type="http://schemas.openxmlformats.org/officeDocument/2006/relationships/image" Target="../media/image6.jpg&amp;ehk=2U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basket&#10;&#10;Description generated with very high confidence">
            <a:extLst>
              <a:ext uri="{FF2B5EF4-FFF2-40B4-BE49-F238E27FC236}">
                <a16:creationId xmlns="" xmlns:a16="http://schemas.microsoft.com/office/drawing/2014/main" id="{5F7BE245-EFD5-4F4B-9CC6-7077581FC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53988" y="-381000"/>
            <a:ext cx="12687300" cy="78009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812" y="-2286000"/>
            <a:ext cx="7008574" cy="329882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15" y="1143000"/>
            <a:ext cx="3705225" cy="1244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Basket Weaving 101 </a:t>
            </a:r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said basket weaving was easy?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Below are all the different types of baskets that we will be making throughout this semester: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 descr="A close up of a basket&#10;&#10;Description generated with very high confidence">
            <a:extLst>
              <a:ext uri="{FF2B5EF4-FFF2-40B4-BE49-F238E27FC236}">
                <a16:creationId xmlns="" xmlns:a16="http://schemas.microsoft.com/office/drawing/2014/main" id="{054B1D1A-7654-4357-9449-87A4CF9EBA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30325" y="3733800"/>
            <a:ext cx="1980239" cy="2438400"/>
          </a:xfrm>
          <a:prstGeom prst="rect">
            <a:avLst/>
          </a:prstGeom>
        </p:spPr>
      </p:pic>
      <p:pic>
        <p:nvPicPr>
          <p:cNvPr id="6" name="Picture 5" descr="A close up of a basket&#10;&#10;Description generated with very high confidence">
            <a:extLst>
              <a:ext uri="{FF2B5EF4-FFF2-40B4-BE49-F238E27FC236}">
                <a16:creationId xmlns="" xmlns:a16="http://schemas.microsoft.com/office/drawing/2014/main" id="{71B69DB3-15FD-4A56-B47D-3337D69A0E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72161" y="2822448"/>
            <a:ext cx="2438400" cy="2279904"/>
          </a:xfrm>
          <a:prstGeom prst="rect">
            <a:avLst/>
          </a:prstGeom>
        </p:spPr>
      </p:pic>
      <p:pic>
        <p:nvPicPr>
          <p:cNvPr id="9" name="Picture 8" descr="A picture containing indoor, wall, table, sitting&#10;&#10;Description generated with very high confidence">
            <a:extLst>
              <a:ext uri="{FF2B5EF4-FFF2-40B4-BE49-F238E27FC236}">
                <a16:creationId xmlns="" xmlns:a16="http://schemas.microsoft.com/office/drawing/2014/main" id="{2E26CB02-87BE-4C7E-8B76-59D09B77D7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999412" y="2857500"/>
            <a:ext cx="2967374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8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AEFEE25-8CBB-4362-9A0C-42EC8ED1B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Required Texts:</a:t>
            </a:r>
            <a:endParaRPr lang="en-CA" dirty="0">
              <a:solidFill>
                <a:srgbClr val="FF0000"/>
              </a:solidFill>
            </a:endParaRPr>
          </a:p>
        </p:txBody>
      </p:sp>
      <p:pic>
        <p:nvPicPr>
          <p:cNvPr id="5" name="Content Placeholder 4" descr="Books">
            <a:extLst>
              <a:ext uri="{FF2B5EF4-FFF2-40B4-BE49-F238E27FC236}">
                <a16:creationId xmlns="" xmlns:a16="http://schemas.microsoft.com/office/drawing/2014/main" id="{E9F1C331-37F4-44B5-A821-38E4540B0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0012" y="76200"/>
            <a:ext cx="2667000" cy="2667000"/>
          </a:xfr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2CFC503-380F-41EE-82BA-5BDA0759CCBD}"/>
              </a:ext>
            </a:extLst>
          </p:cNvPr>
          <p:cNvSpPr txBox="1"/>
          <p:nvPr/>
        </p:nvSpPr>
        <p:spPr>
          <a:xfrm>
            <a:off x="989012" y="1752600"/>
            <a:ext cx="7924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Basket weaving for the soul </a:t>
            </a:r>
            <a:r>
              <a:rPr lang="en-US" sz="3200" dirty="0"/>
              <a:t>by </a:t>
            </a:r>
            <a:r>
              <a:rPr lang="en-US" sz="3200" b="1" dirty="0"/>
              <a:t>Amy Shoelaces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Post Modern era basket weaving </a:t>
            </a:r>
            <a:r>
              <a:rPr lang="en-US" sz="3200" dirty="0"/>
              <a:t>by Chuck Smith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Basket Weaving for Noobs </a:t>
            </a:r>
            <a:r>
              <a:rPr lang="en-US" sz="3200" dirty="0"/>
              <a:t>by Lorrie Cartwright</a:t>
            </a:r>
            <a:endParaRPr lang="en-CA" sz="3200" i="1" dirty="0"/>
          </a:p>
        </p:txBody>
      </p:sp>
    </p:spTree>
    <p:extLst>
      <p:ext uri="{BB962C8B-B14F-4D97-AF65-F5344CB8AC3E}">
        <p14:creationId xmlns:p14="http://schemas.microsoft.com/office/powerpoint/2010/main" val="4261597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ooks 16x9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787940.potx" id="{F769AD3B-90E4-4F81-9CF2-8BD9F607FEC3}" vid="{18F656D2-BE2F-4155-8430-D393897A45F9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1345039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The bookstacks present on most slides  make this a good choice for students, teachers, reading enthusiasts, and others in education. This presentation template contains multiple slide layouts in widescreen format (16x9) and includes a sample table and chart that you can easily  modify.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2011-11-26T00:00:00+00:00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TP102787939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694216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01D382-32B0-43EE-932C-28906AF37617}">
  <ds:schemaRefs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4873beb7-5857-4685-be1f-d57550cc96cc"/>
  </ds:schemaRefs>
</ds:datastoreItem>
</file>

<file path=customXml/itemProps2.xml><?xml version="1.0" encoding="utf-8"?>
<ds:datastoreItem xmlns:ds="http://schemas.openxmlformats.org/officeDocument/2006/customXml" ds:itemID="{E1B558C7-619B-49BE-9097-7FCBDADD4E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B5C329-08A6-4E5E-AEF1-A97828C874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Blue bookstack presentation (widescreen)</Template>
  <TotalTime>586</TotalTime>
  <Words>55</Words>
  <Application>Microsoft Office PowerPoint</Application>
  <PresentationFormat>Custom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Century Gothic</vt:lpstr>
      <vt:lpstr>Books 16x9</vt:lpstr>
      <vt:lpstr>First Class</vt:lpstr>
      <vt:lpstr>Who said basket weaving was easy?</vt:lpstr>
      <vt:lpstr>Required Texts: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Class</dc:title>
  <dc:creator>Mike Carter</dc:creator>
  <cp:lastModifiedBy>Admin</cp:lastModifiedBy>
  <cp:revision>7</cp:revision>
  <dcterms:created xsi:type="dcterms:W3CDTF">2018-06-09T00:36:35Z</dcterms:created>
  <dcterms:modified xsi:type="dcterms:W3CDTF">2020-09-03T03:34:54Z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