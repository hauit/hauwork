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obj" ContentType="image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25D2A-110A-4E6D-B561-F74AB55287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0FEB40BC-F8D5-44FF-BF0D-4759C8413384}">
      <dgm:prSet phldrT="[Text]"/>
      <dgm:spPr/>
      <dgm:t>
        <a:bodyPr/>
        <a:lstStyle/>
        <a:p>
          <a:r>
            <a:rPr lang="en-US" dirty="0" smtClean="0"/>
            <a:t>Road to Fitness</a:t>
          </a:r>
          <a:endParaRPr lang="vi-VN" dirty="0"/>
        </a:p>
      </dgm:t>
    </dgm:pt>
    <dgm:pt modelId="{499E6AE6-3FC0-4CCF-B835-DB25027FBC89}" type="parTrans" cxnId="{F5BAB0EA-289D-4047-818F-7C82165B9D0B}">
      <dgm:prSet/>
      <dgm:spPr/>
      <dgm:t>
        <a:bodyPr/>
        <a:lstStyle/>
        <a:p>
          <a:endParaRPr lang="vi-VN"/>
        </a:p>
      </dgm:t>
    </dgm:pt>
    <dgm:pt modelId="{29DDF9EB-EF0C-4FFA-8FA9-AA6F8F847977}" type="sibTrans" cxnId="{F5BAB0EA-289D-4047-818F-7C82165B9D0B}">
      <dgm:prSet/>
      <dgm:spPr/>
      <dgm:t>
        <a:bodyPr/>
        <a:lstStyle/>
        <a:p>
          <a:endParaRPr lang="vi-VN"/>
        </a:p>
      </dgm:t>
    </dgm:pt>
    <dgm:pt modelId="{1DC683F8-CACD-40B9-9D8D-0BD348156635}">
      <dgm:prSet phldrT="[Text]"/>
      <dgm:spPr/>
      <dgm:t>
        <a:bodyPr/>
        <a:lstStyle/>
        <a:p>
          <a:r>
            <a:rPr lang="en-US" dirty="0" smtClean="0"/>
            <a:t>Plan</a:t>
          </a:r>
          <a:endParaRPr lang="vi-VN" dirty="0"/>
        </a:p>
      </dgm:t>
    </dgm:pt>
    <dgm:pt modelId="{A74E2C80-494A-4C1A-A5E4-CDB79B46ADA2}" type="parTrans" cxnId="{F142C3A4-822C-44F7-A4B7-1DB8E117263A}">
      <dgm:prSet/>
      <dgm:spPr/>
      <dgm:t>
        <a:bodyPr/>
        <a:lstStyle/>
        <a:p>
          <a:endParaRPr lang="vi-VN"/>
        </a:p>
      </dgm:t>
    </dgm:pt>
    <dgm:pt modelId="{E3A90307-D77D-4719-AD15-16428474F1C9}" type="sibTrans" cxnId="{F142C3A4-822C-44F7-A4B7-1DB8E117263A}">
      <dgm:prSet/>
      <dgm:spPr/>
      <dgm:t>
        <a:bodyPr/>
        <a:lstStyle/>
        <a:p>
          <a:endParaRPr lang="vi-VN"/>
        </a:p>
      </dgm:t>
    </dgm:pt>
    <dgm:pt modelId="{0F81245D-41D8-409F-AEA1-7BB732F6A1CB}">
      <dgm:prSet phldrT="[Text]"/>
      <dgm:spPr/>
      <dgm:t>
        <a:bodyPr/>
        <a:lstStyle/>
        <a:p>
          <a:r>
            <a:rPr lang="en-US" dirty="0" smtClean="0"/>
            <a:t>train</a:t>
          </a:r>
          <a:endParaRPr lang="vi-VN" dirty="0"/>
        </a:p>
      </dgm:t>
    </dgm:pt>
    <dgm:pt modelId="{BF487577-815D-49D3-8405-A003ACD5A370}" type="parTrans" cxnId="{91D497F8-F0A9-4EC0-9B7F-FBE487E4FA81}">
      <dgm:prSet/>
      <dgm:spPr/>
      <dgm:t>
        <a:bodyPr/>
        <a:lstStyle/>
        <a:p>
          <a:endParaRPr lang="vi-VN"/>
        </a:p>
      </dgm:t>
    </dgm:pt>
    <dgm:pt modelId="{57B31501-ED38-4F0E-9A3E-674F9963CFAD}" type="sibTrans" cxnId="{91D497F8-F0A9-4EC0-9B7F-FBE487E4FA81}">
      <dgm:prSet/>
      <dgm:spPr/>
      <dgm:t>
        <a:bodyPr/>
        <a:lstStyle/>
        <a:p>
          <a:endParaRPr lang="vi-VN"/>
        </a:p>
      </dgm:t>
    </dgm:pt>
    <dgm:pt modelId="{299DFC5E-2C07-437F-804C-0163FDC4FE05}">
      <dgm:prSet phldrT="[Text]"/>
      <dgm:spPr/>
      <dgm:t>
        <a:bodyPr/>
        <a:lstStyle/>
        <a:p>
          <a:r>
            <a:rPr lang="en-US" dirty="0" smtClean="0"/>
            <a:t>Evaluates</a:t>
          </a:r>
          <a:endParaRPr lang="vi-VN" dirty="0"/>
        </a:p>
      </dgm:t>
    </dgm:pt>
    <dgm:pt modelId="{A0CDF232-2AAE-48E9-A925-D182E8C9C3C6}" type="parTrans" cxnId="{5FA5DA5B-2EBE-44F3-8A2B-1DD1277802ED}">
      <dgm:prSet/>
      <dgm:spPr/>
      <dgm:t>
        <a:bodyPr/>
        <a:lstStyle/>
        <a:p>
          <a:endParaRPr lang="vi-VN"/>
        </a:p>
      </dgm:t>
    </dgm:pt>
    <dgm:pt modelId="{845007E3-A331-4790-9450-160792FB96AD}" type="sibTrans" cxnId="{5FA5DA5B-2EBE-44F3-8A2B-1DD1277802ED}">
      <dgm:prSet/>
      <dgm:spPr/>
      <dgm:t>
        <a:bodyPr/>
        <a:lstStyle/>
        <a:p>
          <a:endParaRPr lang="vi-VN"/>
        </a:p>
      </dgm:t>
    </dgm:pt>
    <dgm:pt modelId="{107210D3-482E-43AB-8B9A-A8EA93762444}">
      <dgm:prSet phldrT="[Text]"/>
      <dgm:spPr/>
      <dgm:t>
        <a:bodyPr/>
        <a:lstStyle/>
        <a:p>
          <a:r>
            <a:rPr lang="en-US" dirty="0" smtClean="0"/>
            <a:t>Modify</a:t>
          </a:r>
          <a:endParaRPr lang="vi-VN" dirty="0"/>
        </a:p>
      </dgm:t>
    </dgm:pt>
    <dgm:pt modelId="{19E50DEB-C4AB-4733-AC3C-F1415017A852}" type="parTrans" cxnId="{CC985233-34BD-4090-BDEA-E637A0DD3E4D}">
      <dgm:prSet/>
      <dgm:spPr/>
      <dgm:t>
        <a:bodyPr/>
        <a:lstStyle/>
        <a:p>
          <a:endParaRPr lang="vi-VN"/>
        </a:p>
      </dgm:t>
    </dgm:pt>
    <dgm:pt modelId="{11E67D06-F9B6-42A3-920E-98ED1D83654E}" type="sibTrans" cxnId="{CC985233-34BD-4090-BDEA-E637A0DD3E4D}">
      <dgm:prSet/>
      <dgm:spPr/>
      <dgm:t>
        <a:bodyPr/>
        <a:lstStyle/>
        <a:p>
          <a:endParaRPr lang="vi-VN"/>
        </a:p>
      </dgm:t>
    </dgm:pt>
    <dgm:pt modelId="{A09E9FC2-9C0E-4DDB-8460-4D387A23F701}" type="pres">
      <dgm:prSet presAssocID="{15825D2A-110A-4E6D-B561-F74AB552879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vi-VN"/>
        </a:p>
      </dgm:t>
    </dgm:pt>
    <dgm:pt modelId="{04F55A27-C225-490D-BA73-BB55A0DEBF17}" type="pres">
      <dgm:prSet presAssocID="{0FEB40BC-F8D5-44FF-BF0D-4759C8413384}" presName="centerShape" presStyleLbl="node0" presStyleIdx="0" presStyleCnt="1"/>
      <dgm:spPr/>
      <dgm:t>
        <a:bodyPr/>
        <a:lstStyle/>
        <a:p>
          <a:endParaRPr lang="vi-VN"/>
        </a:p>
      </dgm:t>
    </dgm:pt>
    <dgm:pt modelId="{CCAD57D2-C8FA-423B-B148-CF6230ECDB5C}" type="pres">
      <dgm:prSet presAssocID="{1DC683F8-CACD-40B9-9D8D-0BD34815663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656899DE-BA5A-4255-BE5A-078E1681FA70}" type="pres">
      <dgm:prSet presAssocID="{1DC683F8-CACD-40B9-9D8D-0BD348156635}" presName="dummy" presStyleCnt="0"/>
      <dgm:spPr/>
    </dgm:pt>
    <dgm:pt modelId="{E38145B7-D7FC-4198-A630-4F70755044BB}" type="pres">
      <dgm:prSet presAssocID="{E3A90307-D77D-4719-AD15-16428474F1C9}" presName="sibTrans" presStyleLbl="sibTrans2D1" presStyleIdx="0" presStyleCnt="4"/>
      <dgm:spPr/>
      <dgm:t>
        <a:bodyPr/>
        <a:lstStyle/>
        <a:p>
          <a:endParaRPr lang="vi-VN"/>
        </a:p>
      </dgm:t>
    </dgm:pt>
    <dgm:pt modelId="{8EA08D80-C2EF-4078-9FCD-E323C75274CA}" type="pres">
      <dgm:prSet presAssocID="{0F81245D-41D8-409F-AEA1-7BB732F6A1C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54FDAFB6-D039-4BC5-9E6B-F5654F6514DB}" type="pres">
      <dgm:prSet presAssocID="{0F81245D-41D8-409F-AEA1-7BB732F6A1CB}" presName="dummy" presStyleCnt="0"/>
      <dgm:spPr/>
    </dgm:pt>
    <dgm:pt modelId="{C67B9933-9736-4D26-BC36-E87A519E05EC}" type="pres">
      <dgm:prSet presAssocID="{57B31501-ED38-4F0E-9A3E-674F9963CFAD}" presName="sibTrans" presStyleLbl="sibTrans2D1" presStyleIdx="1" presStyleCnt="4"/>
      <dgm:spPr/>
      <dgm:t>
        <a:bodyPr/>
        <a:lstStyle/>
        <a:p>
          <a:endParaRPr lang="vi-VN"/>
        </a:p>
      </dgm:t>
    </dgm:pt>
    <dgm:pt modelId="{274D0425-0131-4840-BF86-A180752EB792}" type="pres">
      <dgm:prSet presAssocID="{299DFC5E-2C07-437F-804C-0163FDC4FE0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B5D2ED28-FA51-453D-B898-44C2BA74BBCA}" type="pres">
      <dgm:prSet presAssocID="{299DFC5E-2C07-437F-804C-0163FDC4FE05}" presName="dummy" presStyleCnt="0"/>
      <dgm:spPr/>
    </dgm:pt>
    <dgm:pt modelId="{4F46DEA8-FEC7-4DB0-9D75-4CAD976762DA}" type="pres">
      <dgm:prSet presAssocID="{845007E3-A331-4790-9450-160792FB96AD}" presName="sibTrans" presStyleLbl="sibTrans2D1" presStyleIdx="2" presStyleCnt="4"/>
      <dgm:spPr/>
      <dgm:t>
        <a:bodyPr/>
        <a:lstStyle/>
        <a:p>
          <a:endParaRPr lang="vi-VN"/>
        </a:p>
      </dgm:t>
    </dgm:pt>
    <dgm:pt modelId="{78663B3F-8819-4D4C-81F4-E8723416911D}" type="pres">
      <dgm:prSet presAssocID="{107210D3-482E-43AB-8B9A-A8EA9376244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FCFA2D4-C0C5-4459-91DD-2F1E53729908}" type="pres">
      <dgm:prSet presAssocID="{107210D3-482E-43AB-8B9A-A8EA93762444}" presName="dummy" presStyleCnt="0"/>
      <dgm:spPr/>
    </dgm:pt>
    <dgm:pt modelId="{ABFA5C31-B098-4CCB-B051-2B9E2D83E6BC}" type="pres">
      <dgm:prSet presAssocID="{11E67D06-F9B6-42A3-920E-98ED1D83654E}" presName="sibTrans" presStyleLbl="sibTrans2D1" presStyleIdx="3" presStyleCnt="4"/>
      <dgm:spPr/>
      <dgm:t>
        <a:bodyPr/>
        <a:lstStyle/>
        <a:p>
          <a:endParaRPr lang="vi-VN"/>
        </a:p>
      </dgm:t>
    </dgm:pt>
  </dgm:ptLst>
  <dgm:cxnLst>
    <dgm:cxn modelId="{F142C3A4-822C-44F7-A4B7-1DB8E117263A}" srcId="{0FEB40BC-F8D5-44FF-BF0D-4759C8413384}" destId="{1DC683F8-CACD-40B9-9D8D-0BD348156635}" srcOrd="0" destOrd="0" parTransId="{A74E2C80-494A-4C1A-A5E4-CDB79B46ADA2}" sibTransId="{E3A90307-D77D-4719-AD15-16428474F1C9}"/>
    <dgm:cxn modelId="{85A31EB0-059C-4723-B027-6522D41976AE}" type="presOf" srcId="{15825D2A-110A-4E6D-B561-F74AB5528796}" destId="{A09E9FC2-9C0E-4DDB-8460-4D387A23F701}" srcOrd="0" destOrd="0" presId="urn:microsoft.com/office/officeart/2005/8/layout/radial6"/>
    <dgm:cxn modelId="{D8B20CBC-457D-4AE1-AE06-6C07D38D69BD}" type="presOf" srcId="{107210D3-482E-43AB-8B9A-A8EA93762444}" destId="{78663B3F-8819-4D4C-81F4-E8723416911D}" srcOrd="0" destOrd="0" presId="urn:microsoft.com/office/officeart/2005/8/layout/radial6"/>
    <dgm:cxn modelId="{1703FE5C-ECDE-4750-AA1B-ABA5B51FB3CD}" type="presOf" srcId="{0F81245D-41D8-409F-AEA1-7BB732F6A1CB}" destId="{8EA08D80-C2EF-4078-9FCD-E323C75274CA}" srcOrd="0" destOrd="0" presId="urn:microsoft.com/office/officeart/2005/8/layout/radial6"/>
    <dgm:cxn modelId="{5F8475E1-40F3-4FE8-81FC-9A8613A583F8}" type="presOf" srcId="{1DC683F8-CACD-40B9-9D8D-0BD348156635}" destId="{CCAD57D2-C8FA-423B-B148-CF6230ECDB5C}" srcOrd="0" destOrd="0" presId="urn:microsoft.com/office/officeart/2005/8/layout/radial6"/>
    <dgm:cxn modelId="{91D497F8-F0A9-4EC0-9B7F-FBE487E4FA81}" srcId="{0FEB40BC-F8D5-44FF-BF0D-4759C8413384}" destId="{0F81245D-41D8-409F-AEA1-7BB732F6A1CB}" srcOrd="1" destOrd="0" parTransId="{BF487577-815D-49D3-8405-A003ACD5A370}" sibTransId="{57B31501-ED38-4F0E-9A3E-674F9963CFAD}"/>
    <dgm:cxn modelId="{7EC4A28B-D8C4-4CB4-9551-03F1ED8C181A}" type="presOf" srcId="{0FEB40BC-F8D5-44FF-BF0D-4759C8413384}" destId="{04F55A27-C225-490D-BA73-BB55A0DEBF17}" srcOrd="0" destOrd="0" presId="urn:microsoft.com/office/officeart/2005/8/layout/radial6"/>
    <dgm:cxn modelId="{CC985233-34BD-4090-BDEA-E637A0DD3E4D}" srcId="{0FEB40BC-F8D5-44FF-BF0D-4759C8413384}" destId="{107210D3-482E-43AB-8B9A-A8EA93762444}" srcOrd="3" destOrd="0" parTransId="{19E50DEB-C4AB-4733-AC3C-F1415017A852}" sibTransId="{11E67D06-F9B6-42A3-920E-98ED1D83654E}"/>
    <dgm:cxn modelId="{47A90189-62C6-46E6-A32A-7D51238FC4D7}" type="presOf" srcId="{845007E3-A331-4790-9450-160792FB96AD}" destId="{4F46DEA8-FEC7-4DB0-9D75-4CAD976762DA}" srcOrd="0" destOrd="0" presId="urn:microsoft.com/office/officeart/2005/8/layout/radial6"/>
    <dgm:cxn modelId="{5FA5DA5B-2EBE-44F3-8A2B-1DD1277802ED}" srcId="{0FEB40BC-F8D5-44FF-BF0D-4759C8413384}" destId="{299DFC5E-2C07-437F-804C-0163FDC4FE05}" srcOrd="2" destOrd="0" parTransId="{A0CDF232-2AAE-48E9-A925-D182E8C9C3C6}" sibTransId="{845007E3-A331-4790-9450-160792FB96AD}"/>
    <dgm:cxn modelId="{D0553024-7E15-487F-8AE3-07F991FE06CC}" type="presOf" srcId="{57B31501-ED38-4F0E-9A3E-674F9963CFAD}" destId="{C67B9933-9736-4D26-BC36-E87A519E05EC}" srcOrd="0" destOrd="0" presId="urn:microsoft.com/office/officeart/2005/8/layout/radial6"/>
    <dgm:cxn modelId="{B1DEF0B9-9555-4019-BACF-528F6826B405}" type="presOf" srcId="{11E67D06-F9B6-42A3-920E-98ED1D83654E}" destId="{ABFA5C31-B098-4CCB-B051-2B9E2D83E6BC}" srcOrd="0" destOrd="0" presId="urn:microsoft.com/office/officeart/2005/8/layout/radial6"/>
    <dgm:cxn modelId="{49812201-A79A-4F3F-B910-75C24A6FCFEE}" type="presOf" srcId="{E3A90307-D77D-4719-AD15-16428474F1C9}" destId="{E38145B7-D7FC-4198-A630-4F70755044BB}" srcOrd="0" destOrd="0" presId="urn:microsoft.com/office/officeart/2005/8/layout/radial6"/>
    <dgm:cxn modelId="{7321DB6A-89A1-4427-88AC-40264810F03C}" type="presOf" srcId="{299DFC5E-2C07-437F-804C-0163FDC4FE05}" destId="{274D0425-0131-4840-BF86-A180752EB792}" srcOrd="0" destOrd="0" presId="urn:microsoft.com/office/officeart/2005/8/layout/radial6"/>
    <dgm:cxn modelId="{F5BAB0EA-289D-4047-818F-7C82165B9D0B}" srcId="{15825D2A-110A-4E6D-B561-F74AB5528796}" destId="{0FEB40BC-F8D5-44FF-BF0D-4759C8413384}" srcOrd="0" destOrd="0" parTransId="{499E6AE6-3FC0-4CCF-B835-DB25027FBC89}" sibTransId="{29DDF9EB-EF0C-4FFA-8FA9-AA6F8F847977}"/>
    <dgm:cxn modelId="{B0B4844A-DB88-48E0-AE25-0C8A03AB3FC8}" type="presParOf" srcId="{A09E9FC2-9C0E-4DDB-8460-4D387A23F701}" destId="{04F55A27-C225-490D-BA73-BB55A0DEBF17}" srcOrd="0" destOrd="0" presId="urn:microsoft.com/office/officeart/2005/8/layout/radial6"/>
    <dgm:cxn modelId="{75762B18-E03D-4132-A14E-F0E0B9BABE11}" type="presParOf" srcId="{A09E9FC2-9C0E-4DDB-8460-4D387A23F701}" destId="{CCAD57D2-C8FA-423B-B148-CF6230ECDB5C}" srcOrd="1" destOrd="0" presId="urn:microsoft.com/office/officeart/2005/8/layout/radial6"/>
    <dgm:cxn modelId="{608B9A77-F0DE-4C7A-A485-17669C8DE058}" type="presParOf" srcId="{A09E9FC2-9C0E-4DDB-8460-4D387A23F701}" destId="{656899DE-BA5A-4255-BE5A-078E1681FA70}" srcOrd="2" destOrd="0" presId="urn:microsoft.com/office/officeart/2005/8/layout/radial6"/>
    <dgm:cxn modelId="{535711D1-92B6-4809-84F5-771C4ADE6C72}" type="presParOf" srcId="{A09E9FC2-9C0E-4DDB-8460-4D387A23F701}" destId="{E38145B7-D7FC-4198-A630-4F70755044BB}" srcOrd="3" destOrd="0" presId="urn:microsoft.com/office/officeart/2005/8/layout/radial6"/>
    <dgm:cxn modelId="{49C57D38-48E2-4994-BCAD-5EB78219F11F}" type="presParOf" srcId="{A09E9FC2-9C0E-4DDB-8460-4D387A23F701}" destId="{8EA08D80-C2EF-4078-9FCD-E323C75274CA}" srcOrd="4" destOrd="0" presId="urn:microsoft.com/office/officeart/2005/8/layout/radial6"/>
    <dgm:cxn modelId="{F3EE10FC-C552-46F2-A7B1-30F5AECECC0C}" type="presParOf" srcId="{A09E9FC2-9C0E-4DDB-8460-4D387A23F701}" destId="{54FDAFB6-D039-4BC5-9E6B-F5654F6514DB}" srcOrd="5" destOrd="0" presId="urn:microsoft.com/office/officeart/2005/8/layout/radial6"/>
    <dgm:cxn modelId="{0217D056-CA99-4485-ADB0-3637D3E4BDEA}" type="presParOf" srcId="{A09E9FC2-9C0E-4DDB-8460-4D387A23F701}" destId="{C67B9933-9736-4D26-BC36-E87A519E05EC}" srcOrd="6" destOrd="0" presId="urn:microsoft.com/office/officeart/2005/8/layout/radial6"/>
    <dgm:cxn modelId="{9E48306C-E20B-4816-96D2-BA97267B7459}" type="presParOf" srcId="{A09E9FC2-9C0E-4DDB-8460-4D387A23F701}" destId="{274D0425-0131-4840-BF86-A180752EB792}" srcOrd="7" destOrd="0" presId="urn:microsoft.com/office/officeart/2005/8/layout/radial6"/>
    <dgm:cxn modelId="{E4140EB6-1AFB-4E80-BE5E-3720678FA7F0}" type="presParOf" srcId="{A09E9FC2-9C0E-4DDB-8460-4D387A23F701}" destId="{B5D2ED28-FA51-453D-B898-44C2BA74BBCA}" srcOrd="8" destOrd="0" presId="urn:microsoft.com/office/officeart/2005/8/layout/radial6"/>
    <dgm:cxn modelId="{AB9381E2-3834-4B89-A252-17983F85EE24}" type="presParOf" srcId="{A09E9FC2-9C0E-4DDB-8460-4D387A23F701}" destId="{4F46DEA8-FEC7-4DB0-9D75-4CAD976762DA}" srcOrd="9" destOrd="0" presId="urn:microsoft.com/office/officeart/2005/8/layout/radial6"/>
    <dgm:cxn modelId="{AC9DC379-F02C-4980-B8EC-FA5E59E73226}" type="presParOf" srcId="{A09E9FC2-9C0E-4DDB-8460-4D387A23F701}" destId="{78663B3F-8819-4D4C-81F4-E8723416911D}" srcOrd="10" destOrd="0" presId="urn:microsoft.com/office/officeart/2005/8/layout/radial6"/>
    <dgm:cxn modelId="{E3118044-7E61-4C86-91C3-59F4ECBA83EB}" type="presParOf" srcId="{A09E9FC2-9C0E-4DDB-8460-4D387A23F701}" destId="{2FCFA2D4-C0C5-4459-91DD-2F1E53729908}" srcOrd="11" destOrd="0" presId="urn:microsoft.com/office/officeart/2005/8/layout/radial6"/>
    <dgm:cxn modelId="{CF01EC76-3CB1-47C0-A5C0-A3C2EB59932B}" type="presParOf" srcId="{A09E9FC2-9C0E-4DDB-8460-4D387A23F701}" destId="{ABFA5C31-B098-4CCB-B051-2B9E2D83E6B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A5C31-B098-4CCB-B051-2B9E2D83E6B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DEA8-FEC7-4DB0-9D75-4CAD976762DA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9933-9736-4D26-BC36-E87A519E05E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45B7-D7FC-4198-A630-4F70755044BB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55A27-C225-490D-BA73-BB55A0DEBF17}">
      <dsp:nvSpPr>
        <dsp:cNvPr id="0" name=""/>
        <dsp:cNvSpPr/>
      </dsp:nvSpPr>
      <dsp:spPr>
        <a:xfrm>
          <a:off x="1820391" y="1405260"/>
          <a:ext cx="1540817" cy="1540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Road to Fitness</a:t>
          </a:r>
          <a:endParaRPr lang="vi-VN" sz="2500" kern="1200" dirty="0"/>
        </a:p>
      </dsp:txBody>
      <dsp:txXfrm>
        <a:off x="2046038" y="1630907"/>
        <a:ext cx="1089523" cy="1089523"/>
      </dsp:txXfrm>
    </dsp:sp>
    <dsp:sp modelId="{CCAD57D2-C8FA-423B-B148-CF6230ECDB5C}">
      <dsp:nvSpPr>
        <dsp:cNvPr id="0" name=""/>
        <dsp:cNvSpPr/>
      </dsp:nvSpPr>
      <dsp:spPr>
        <a:xfrm>
          <a:off x="2051513" y="1730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Plan</a:t>
          </a:r>
          <a:endParaRPr lang="vi-VN" sz="1400" kern="1200" dirty="0"/>
        </a:p>
      </dsp:txBody>
      <dsp:txXfrm>
        <a:off x="2209466" y="159683"/>
        <a:ext cx="762666" cy="762666"/>
      </dsp:txXfrm>
    </dsp:sp>
    <dsp:sp modelId="{8EA08D80-C2EF-4078-9FCD-E323C75274CA}">
      <dsp:nvSpPr>
        <dsp:cNvPr id="0" name=""/>
        <dsp:cNvSpPr/>
      </dsp:nvSpPr>
      <dsp:spPr>
        <a:xfrm>
          <a:off x="3686165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train</a:t>
          </a:r>
          <a:endParaRPr lang="vi-VN" sz="1400" kern="1200" dirty="0"/>
        </a:p>
      </dsp:txBody>
      <dsp:txXfrm>
        <a:off x="3844118" y="1794335"/>
        <a:ext cx="762666" cy="762666"/>
      </dsp:txXfrm>
    </dsp:sp>
    <dsp:sp modelId="{274D0425-0131-4840-BF86-A180752EB792}">
      <dsp:nvSpPr>
        <dsp:cNvPr id="0" name=""/>
        <dsp:cNvSpPr/>
      </dsp:nvSpPr>
      <dsp:spPr>
        <a:xfrm>
          <a:off x="2051513" y="3271034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Evaluates</a:t>
          </a:r>
          <a:endParaRPr lang="vi-VN" sz="1400" kern="1200" dirty="0"/>
        </a:p>
      </dsp:txBody>
      <dsp:txXfrm>
        <a:off x="2209466" y="3428987"/>
        <a:ext cx="762666" cy="762666"/>
      </dsp:txXfrm>
    </dsp:sp>
    <dsp:sp modelId="{78663B3F-8819-4D4C-81F4-E8723416911D}">
      <dsp:nvSpPr>
        <dsp:cNvPr id="0" name=""/>
        <dsp:cNvSpPr/>
      </dsp:nvSpPr>
      <dsp:spPr>
        <a:xfrm>
          <a:off x="416861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Modify</a:t>
          </a:r>
          <a:endParaRPr lang="vi-VN" sz="1400" kern="1200" dirty="0"/>
        </a:p>
      </dsp:txBody>
      <dsp:txXfrm>
        <a:off x="574814" y="1794335"/>
        <a:ext cx="762666" cy="762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A47EBD-DF84-488B-703F-E2EEA4BAC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8E4248C-5D87-EFDC-F615-B98E8CCBC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FC1EB3-4398-B682-98F2-137169B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A73249-8BE2-0E89-2165-4CC2AA10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E7CFD2-A8F3-FE7E-387F-F4F82AE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A33689-1DDC-2D66-94C6-7A5C8017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E92CA6-5EDA-7367-1C13-271004FF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878A9F-99A7-B8C2-3BAB-455DA822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D0478F-4B0C-5552-DEB5-42B4BC9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A1CC29E-2B64-36B7-14C9-BA066C0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C22734-D97D-0994-902C-C0FC50B7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FD1D3B-6080-889C-5682-035BB6E3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4A0E69-7629-5CAB-967A-BC5057B2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F38841-8C7E-BA64-9EA1-7A3DA64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2AAC5-B5BC-AACE-DB44-0F85C444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7F9ADF-45B5-AB05-CF01-C40EB00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51445B-0F85-3064-D5EE-680D03E2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C7050E-5A40-9DBC-3C7D-E4DC5B2D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C81E5AD-41F9-13E0-ADCB-FD6C82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95F057-B9E1-6218-38B9-D47A2714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C271CA-17F0-6EBB-EF6D-9C2907F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861BF1-B044-F589-AD66-26BCFA23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7C515A-6781-9C22-87BA-640CAA02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13CD64B-A977-44B4-CB6C-1342CCD8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C3AF2F2-7DDC-D439-6CC0-A99CC52F1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DF4160B-0C12-A534-33B9-B3EA6F936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1934449-E82A-B80A-3A1A-579331A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4A08AF9-A976-9A15-8A18-D775D970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08E5E89-B506-6DBA-0F19-FF4641D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BC139F-7764-6F34-6D6B-385A5D8C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6A0A82-9D9E-5502-FFDE-0502289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DE52D9E-FEDE-6F6A-D6C7-B373D978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97B3870-F395-02DA-2441-0FC6D786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E15A386-C440-4C36-D676-F524069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B0C9D52-183B-9135-592A-844BD5D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F22221B-D4EC-07AE-1BBF-53C90DCD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2D3251-D2F2-9896-0D9F-474849E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6DB55F-AE65-9F11-AC3F-12085E6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B7A120-E990-1ECA-8FA6-431D9F43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9EBF1A9-E0A7-182D-62CE-F84535E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50525FC-9B0C-B0DE-5457-4A48E218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2929B76-1A73-67DA-F9A1-3C53EDF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E9A64-4A89-9591-135E-9BDE61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43FDB0E-B0B3-CFDB-AB84-8A348E746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7EAB411-567B-9C3A-922D-075D9F4AF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9E2927-82DC-0011-E936-C6C998E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09C1ACB-F72D-D1C7-3C75-C05D2EE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51D8083-9FBF-CA57-49A8-49ACA4F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82CED2-99ED-C866-6BFF-C0C8B4C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629875-E814-1478-CBE7-85D9D3E0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2D989D-A8A9-30DB-C57A-1CD2F8F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7FD1F31-42DA-CEF8-7C31-2FE5C9C7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E5D5D1-FB97-DE8E-048C-D6AAF7F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D7DB59B-F8E1-798D-4567-29D63624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D30055A-A874-87BD-49CF-9E29AF55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3DBADC-D37D-C6C2-7AC8-D51B5F0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06517F-A111-2C81-DF40-6EEBF41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83F332-48DE-4695-4DFE-5D444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BE060C7-DFD0-5AB5-4A9B-196D17C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36E9E2-69CB-4CAA-C92A-3443D6FD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0FBDA3-E66B-2C3E-9924-E7B27273D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3061-A0A7-4F4A-8031-9CD73C4CB18A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0CA2F5-C023-6FC5-12C8-90EF82D09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01A392-ABD8-5699-7A5D-3D4CEBC6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obj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E008CD-E3B2-E495-7BC7-1EDB5160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371" y="4978848"/>
            <a:ext cx="9144000" cy="83127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VanArsdel</a:t>
            </a:r>
            <a:r>
              <a:rPr lang="en-US" dirty="0" smtClean="0"/>
              <a:t>, Ltd.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7A2D2B-8FF2-D7CF-5D8C-6CC8E143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371" y="5852483"/>
            <a:ext cx="9144000" cy="540328"/>
          </a:xfrm>
        </p:spPr>
        <p:txBody>
          <a:bodyPr>
            <a:normAutofit/>
          </a:bodyPr>
          <a:lstStyle/>
          <a:p>
            <a:r>
              <a:rPr lang="en-US" dirty="0" smtClean="0"/>
              <a:t>Fitness training designed for your lifestyle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38600" cy="469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85" y="-38100"/>
            <a:ext cx="4181475" cy="473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20" y="-52301"/>
            <a:ext cx="55245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65E5C6-9FDD-8F03-B3AF-114BEFC3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F6F496-2D56-8D19-D411-04494F49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2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3843A8-0F89-F1DA-3980-8B04BCB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7237F6-C8CC-976C-C3A8-A09EED423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56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C4F1EC-20C6-7C8C-C1D5-53F7D3E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to Health and Fitness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7147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942" y="2254236"/>
            <a:ext cx="3823854" cy="3823854"/>
          </a:xfrm>
        </p:spPr>
      </p:pic>
    </p:spTree>
    <p:extLst>
      <p:ext uri="{BB962C8B-B14F-4D97-AF65-F5344CB8AC3E}">
        <p14:creationId xmlns:p14="http://schemas.microsoft.com/office/powerpoint/2010/main" val="38879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Track Your Progress</a:t>
            </a:r>
            <a:endParaRPr lang="vi-V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91312820"/>
              </p:ext>
            </p:extLst>
          </p:nvPr>
        </p:nvGraphicFramePr>
        <p:xfrm>
          <a:off x="838200" y="1825625"/>
          <a:ext cx="5181600" cy="3950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/>
                <a:gridCol w="2590800"/>
              </a:tblGrid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Cardio</a:t>
                      </a:r>
                      <a:endParaRPr lang="en-US" b="1" baseline="0" dirty="0" smtClean="0"/>
                    </a:p>
                    <a:p>
                      <a:pPr algn="ctr"/>
                      <a:r>
                        <a:rPr lang="en-US" b="1" baseline="0" dirty="0" smtClean="0"/>
                        <a:t>(</a:t>
                      </a:r>
                      <a:r>
                        <a:rPr lang="en-US" b="1" baseline="0" dirty="0" err="1" smtClean="0"/>
                        <a:t>microtps</a:t>
                      </a:r>
                      <a:r>
                        <a:rPr lang="en-US" b="1" baseline="0" dirty="0" smtClean="0"/>
                        <a:t>)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5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2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7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3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4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4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7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5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6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6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smtClean="0"/>
                        <a:t>8</a:t>
                      </a:r>
                      <a:endParaRPr lang="vi-V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4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VanArsdel, Ltd.</vt:lpstr>
      <vt:lpstr>PowerPoint Presentation</vt:lpstr>
      <vt:lpstr>PowerPoint Presentation</vt:lpstr>
      <vt:lpstr>PowerPoint Presentation</vt:lpstr>
      <vt:lpstr>Road to Health and Fitness</vt:lpstr>
      <vt:lpstr>Track Your Progress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2023-09-14T01:18:32Z</dcterms:created>
  <dcterms:modified xsi:type="dcterms:W3CDTF">2024-08-05T02:20:41Z</dcterms:modified>
</cp:coreProperties>
</file>