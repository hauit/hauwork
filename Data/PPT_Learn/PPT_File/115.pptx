
<file path=[Content_Types].xml><?xml version="1.0" encoding="utf-8"?>
<Types xmlns="http://schemas.openxmlformats.org/package/2006/content-types">
  <Default Extension="mp3" ContentType="audio/mpeg"/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&amp;ehk=XAG7pAWXrFcGOEtz2Vk2pw&amp;r=0&amp;pid=OfficeInsert" ContentType="image/jpeg"/>
  <Default Extension="jpg" ContentType="image/jpeg"/>
  <Default Extension="jpg&amp;ehk=39hP7Q5ve9xg15s03wm95A&amp;r=0&amp;pid=OfficeInsert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58" d="100"/>
          <a:sy n="58" d="100"/>
        </p:scale>
        <p:origin x="37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6AD6EE87-EBD5-4F12-A48A-63ACA297AC8F}" type="datetimeFigureOut">
              <a:rPr lang="en-US" dirty="0"/>
              <a:t>01-12-2020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blipFill dpi="0" rotWithShape="1">
            <a:blip r:embed="rId2"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393700" ty="-82550" sx="35000" sy="3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4" name="Straight Connector 13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3794B-289A-4A80-97D7-111025398D45}" type="datetimeFigureOut">
              <a:rPr lang="en-US" dirty="0"/>
              <a:t>01-12-2020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1015F-7CC6-4D0A-9D87-873EA4C304CC}" type="datetimeFigureOut">
              <a:rPr lang="en-US" dirty="0"/>
              <a:t>01-12-2020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0" y="0"/>
            <a:ext cx="12192000" cy="4572000"/>
          </a:xfrm>
          <a:prstGeom prst="rect">
            <a:avLst/>
          </a:prstGeom>
          <a:blipFill dpi="0" rotWithShape="1">
            <a:blip r:embed="rId2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393700" ty="-82550" sx="35000" sy="3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6A301-0538-44EC-B09D-202E1042A48B}" type="datetimeFigureOut">
              <a:rPr lang="en-US" dirty="0"/>
              <a:t>01-12-2020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2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9574A-8875-45EF-8EA2-3CAA0F7ABC4C}" type="datetimeFigureOut">
              <a:rPr lang="en-US" dirty="0"/>
              <a:t>01-12-2020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4412808-B143-4DA2-9AE4-4BF722C7E1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C318A518-48B8-4692-89F8-B5CF7A7111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98CD5-6C1E-4009-B41F-6DF62E31D3BE}" type="datetimeFigureOut">
              <a:rPr lang="en-US" smtClean="0"/>
              <a:pPr/>
              <a:t>01-12-2020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DE5E070F-2172-4B1D-A9DF-3366C71D7D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004C7549-1263-4DD5-BA18-7FDE862B7F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01440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F4D4C-5367-4C26-9E2B-D8088D7FCA81}" type="datetimeFigureOut">
              <a:rPr lang="en-US" dirty="0"/>
              <a:t>01-12-2020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91E96-98B0-4413-9547-46F3504108EF}" type="datetimeFigureOut">
              <a:rPr lang="en-US" dirty="0"/>
              <a:t>01-12-2020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68B11-C5A8-448C-8CE9-B1A273C79CFC}" type="datetimeFigureOut">
              <a:rPr lang="en-US" dirty="0"/>
              <a:t>01-12-2020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2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16CA0-919D-4A49-9C8A-62FDFB3A5183}" type="datetimeFigureOut">
              <a:rPr lang="en-US" dirty="0"/>
              <a:t>01-12-2020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E5644-1E61-4311-A31E-84CB9C7AA8A9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73815-2707-4475-8F1A-B873CB631BB4}" type="datetimeFigureOut">
              <a:rPr lang="en-US" dirty="0"/>
              <a:t>01-12-2020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AFB99-0EAB-4182-AFF8-E214C82A68F6}" type="datetimeFigureOut">
              <a:rPr lang="en-US" dirty="0"/>
              <a:t>01-12-2020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90298CD5-6C1E-4009-B41F-6DF62E31D3BE}" type="datetimeFigureOut">
              <a:rPr lang="en-US" dirty="0"/>
              <a:pPr/>
              <a:t>01-12-2020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61" r:id="rId6"/>
    <p:sldLayoutId id="2147483654" r:id="rId7"/>
    <p:sldLayoutId id="2147483655" r:id="rId8"/>
    <p:sldLayoutId id="2147483656" r:id="rId9"/>
    <p:sldLayoutId id="2147483660" r:id="rId10"/>
    <p:sldLayoutId id="2147483658" r:id="rId11"/>
    <p:sldLayoutId id="2147483659" r:id="rId12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2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flickr.com/photos/rfmcdonald/8258668629" TargetMode="External"/><Relationship Id="rId2" Type="http://schemas.openxmlformats.org/officeDocument/2006/relationships/image" Target="../media/image3.jpg&amp;ehk=39hP7Q5ve9xg15s03wm95A&amp;r=0&amp;pid=OfficeInsert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creativecommons.org/licenses/by-nc-sa/2.0/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flickr.com/photos/jasonparis/6432058071/" TargetMode="External"/><Relationship Id="rId7" Type="http://schemas.openxmlformats.org/officeDocument/2006/relationships/hyperlink" Target="https://creativecommons.org/licenses/by/2.0/" TargetMode="External"/><Relationship Id="rId2" Type="http://schemas.openxmlformats.org/officeDocument/2006/relationships/image" Target="../media/image4.jpg&amp;ehk=XAG7pAWXrFcGOEtz2Vk2pw&amp;r=0&amp;pid=OfficeInsert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creativecommons.org/licenses/by-nc-sa/2.0/" TargetMode="External"/><Relationship Id="rId5" Type="http://schemas.openxmlformats.org/officeDocument/2006/relationships/hyperlink" Target="http://flickr.com/photos/locobone/3161466900" TargetMode="External"/><Relationship Id="rId4" Type="http://schemas.openxmlformats.org/officeDocument/2006/relationships/image" Target="../media/image5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tore filled with lots of fresh produce&#10;&#10;Description generated with very high confidence">
            <a:extLst>
              <a:ext uri="{FF2B5EF4-FFF2-40B4-BE49-F238E27FC236}">
                <a16:creationId xmlns:a16="http://schemas.microsoft.com/office/drawing/2014/main" xmlns="" id="{95A6D262-98D4-4ABA-BA61-1BD20CFD007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837473B0-CC2E-450A-ABE3-18F120FF3D39}">
                <a1611:picAttrSrcUrl xmlns:a1611="http://schemas.microsoft.com/office/drawing/2016/11/main" xmlns="" r:id="rId3"/>
              </a:ext>
            </a:extLst>
          </a:blip>
          <a:srcRect l="3766" t="31818" r="5325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5" name="Rectangle 10">
            <a:extLst>
              <a:ext uri="{FF2B5EF4-FFF2-40B4-BE49-F238E27FC236}">
                <a16:creationId xmlns:a16="http://schemas.microsoft.com/office/drawing/2014/main" xmlns="" id="{F64488EF-0C4E-4FAA-9D97-A72C3AFE43C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4559968"/>
            <a:ext cx="12192000" cy="2298032"/>
          </a:xfrm>
          <a:prstGeom prst="rect">
            <a:avLst/>
          </a:prstGeom>
          <a:solidFill>
            <a:schemeClr val="accent2">
              <a:alpha val="9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cxnSp>
        <p:nvCxnSpPr>
          <p:cNvPr id="16" name="Straight Connector 12">
            <a:extLst>
              <a:ext uri="{FF2B5EF4-FFF2-40B4-BE49-F238E27FC236}">
                <a16:creationId xmlns:a16="http://schemas.microsoft.com/office/drawing/2014/main" xmlns="" id="{9672C991-6307-48D2-9F0B-D5CF16953E33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745AD66D-3916-4D68-9D4A-EDD882365C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Loblaws At Maple Leaf Gardens</a:t>
            </a:r>
            <a:endParaRPr lang="en-CA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BFD1FA41-88F6-4120-A5E1-86097BB0EC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>
            <a:normAutofit/>
          </a:bodyPr>
          <a:lstStyle/>
          <a:p>
            <a:endParaRPr lang="en-CA">
              <a:solidFill>
                <a:srgbClr val="FFFFFF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FAEC3005-A8F1-46C5-8BF9-0F1E11154AF6}"/>
              </a:ext>
            </a:extLst>
          </p:cNvPr>
          <p:cNvSpPr txBox="1"/>
          <p:nvPr/>
        </p:nvSpPr>
        <p:spPr>
          <a:xfrm>
            <a:off x="9798396" y="6657945"/>
            <a:ext cx="2393604" cy="200055"/>
          </a:xfrm>
          <a:prstGeom prst="rect">
            <a:avLst/>
          </a:prstGeom>
          <a:solidFill>
            <a:srgbClr val="000000"/>
          </a:solidFill>
        </p:spPr>
        <p:txBody>
          <a:bodyPr wrap="non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en-CA" sz="700">
                <a:solidFill>
                  <a:srgbClr val="FFFFFF"/>
                </a:solidFill>
                <a:hlinkClick r:id="rId3" tooltip="http://flickr.com/photos/rfmcdonald/8258668629">
                  <a:extLst>
                    <a:ext uri="{A12FA001-AC4F-418D-AE19-62706E023703}">
                      <ahyp:hlinkClr xmlns="" xmlns:ahyp="http://schemas.microsoft.com/office/drawing/2018/hyperlinkcolor" val="tx"/>
                    </a:ext>
                  </a:extLst>
                </a:hlinkClick>
              </a:rPr>
              <a:t>This Photo</a:t>
            </a:r>
            <a:r>
              <a:rPr lang="en-CA" sz="700">
                <a:solidFill>
                  <a:srgbClr val="FFFFFF"/>
                </a:solidFill>
              </a:rPr>
              <a:t> by Unknown Author is licensed under </a:t>
            </a:r>
            <a:r>
              <a:rPr lang="en-CA" sz="700">
                <a:solidFill>
                  <a:srgbClr val="FFFFFF"/>
                </a:solidFill>
                <a:hlinkClick r:id="rId4" tooltip="https://creativecommons.org/licenses/by-nc-sa/2.0/">
                  <a:extLst>
                    <a:ext uri="{A12FA001-AC4F-418D-AE19-62706E023703}">
                      <ahyp:hlinkClr xmlns="" xmlns:ahyp="http://schemas.microsoft.com/office/drawing/2018/hyperlinkcolor" val="tx"/>
                    </a:ext>
                  </a:extLst>
                </a:hlinkClick>
              </a:rPr>
              <a:t>CC BY-NC-SA</a:t>
            </a:r>
            <a:endParaRPr lang="en-CA" sz="7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68308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xmlns="" id="{3466966A-B29C-472E-8766-C251F8C60ED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327546" y="321732"/>
            <a:ext cx="5141002" cy="614897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xmlns="" id="{C494309E-C447-4523-90CD-6ED3EF7927C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A group of people standing in front of a building&#10;&#10;Description generated with very high confidence">
            <a:extLst>
              <a:ext uri="{FF2B5EF4-FFF2-40B4-BE49-F238E27FC236}">
                <a16:creationId xmlns:a16="http://schemas.microsoft.com/office/drawing/2014/main" xmlns="" id="{A29852F9-4608-4F0A-8ABA-C74EB6AD2FE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837473B0-CC2E-450A-ABE3-18F120FF3D39}">
                <a1611:picAttrSrcUrl xmlns:a1611="http://schemas.microsoft.com/office/drawing/2016/11/main" xmlns="" r:id="rId3"/>
              </a:ext>
            </a:extLst>
          </a:blip>
          <a:srcRect l="3884" r="18595" b="-4"/>
          <a:stretch/>
        </p:blipFill>
        <p:spPr>
          <a:xfrm>
            <a:off x="5626827" y="321732"/>
            <a:ext cx="3798244" cy="3674848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xmlns="" id="{3B221C4C-E973-4C7F-969B-FC5C2D37ADA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9583348" y="321732"/>
            <a:ext cx="2286920" cy="2732810"/>
          </a:xfrm>
          <a:prstGeom prst="rect">
            <a:avLst/>
          </a:prstGeom>
          <a:solidFill>
            <a:schemeClr val="accent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xmlns="" id="{92EA513B-1003-4CDE-A3F5-91985BB1022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5626825" y="4157448"/>
            <a:ext cx="3798245" cy="23026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Content Placeholder 4" descr="A sign on the side of a building&#10;&#10;Description generated with very high confidence">
            <a:extLst>
              <a:ext uri="{FF2B5EF4-FFF2-40B4-BE49-F238E27FC236}">
                <a16:creationId xmlns:a16="http://schemas.microsoft.com/office/drawing/2014/main" xmlns="" id="{072D5429-D06B-4AD2-B66D-55EBE6B6EABE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837473B0-CC2E-450A-ABE3-18F120FF3D39}">
                <a1611:picAttrSrcUrl xmlns:a1611="http://schemas.microsoft.com/office/drawing/2016/11/main" xmlns="" r:id="rId5"/>
              </a:ext>
            </a:extLst>
          </a:blip>
          <a:srcRect l="35024" r="23107" b="3"/>
          <a:stretch/>
        </p:blipFill>
        <p:spPr>
          <a:xfrm>
            <a:off x="9583346" y="3210267"/>
            <a:ext cx="2286921" cy="32498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xmlns="" id="{EC06A1F1-130D-429D-B96A-AEB7F3760F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9" y="585216"/>
            <a:ext cx="3779085" cy="1499616"/>
          </a:xfrm>
        </p:spPr>
        <p:txBody>
          <a:bodyPr>
            <a:normAutofit fontScale="90000"/>
          </a:bodyPr>
          <a:lstStyle/>
          <a:p>
            <a:r>
              <a:rPr lang="en-US" sz="3500">
                <a:solidFill>
                  <a:srgbClr val="FFFFFF"/>
                </a:solidFill>
              </a:rPr>
              <a:t>Can you Believe this used to be an n.h.l. hockey arena?</a:t>
            </a:r>
            <a:endParaRPr lang="en-CA" sz="3500">
              <a:solidFill>
                <a:srgbClr val="FFFFFF"/>
              </a:solidFill>
            </a:endParaRP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xmlns="" id="{FE052D94-5DC0-4E60-A4ED-4239130022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9" y="2286000"/>
            <a:ext cx="3791711" cy="3931920"/>
          </a:xfrm>
        </p:spPr>
        <p:txBody>
          <a:bodyPr>
            <a:normAutofit/>
          </a:bodyPr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D40910E6-CBAF-488A-B9C0-D80ED13CA37F}"/>
              </a:ext>
            </a:extLst>
          </p:cNvPr>
          <p:cNvSpPr txBox="1"/>
          <p:nvPr/>
        </p:nvSpPr>
        <p:spPr>
          <a:xfrm>
            <a:off x="9798396" y="6657945"/>
            <a:ext cx="2393604" cy="200055"/>
          </a:xfrm>
          <a:prstGeom prst="rect">
            <a:avLst/>
          </a:prstGeom>
          <a:solidFill>
            <a:srgbClr val="000000"/>
          </a:solidFill>
        </p:spPr>
        <p:txBody>
          <a:bodyPr wrap="non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en-CA" sz="700">
                <a:solidFill>
                  <a:srgbClr val="FFFFFF"/>
                </a:solidFill>
                <a:hlinkClick r:id="rId5" tooltip="http://flickr.com/photos/locobone/3161466900">
                  <a:extLst>
                    <a:ext uri="{A12FA001-AC4F-418D-AE19-62706E023703}">
                      <ahyp:hlinkClr xmlns="" xmlns:ahyp="http://schemas.microsoft.com/office/drawing/2018/hyperlinkcolor" val="tx"/>
                    </a:ext>
                  </a:extLst>
                </a:hlinkClick>
              </a:rPr>
              <a:t>This Photo</a:t>
            </a:r>
            <a:r>
              <a:rPr lang="en-CA" sz="700">
                <a:solidFill>
                  <a:srgbClr val="FFFFFF"/>
                </a:solidFill>
              </a:rPr>
              <a:t> by Unknown Author is licensed under </a:t>
            </a:r>
            <a:r>
              <a:rPr lang="en-CA" sz="700">
                <a:solidFill>
                  <a:srgbClr val="FFFFFF"/>
                </a:solidFill>
                <a:hlinkClick r:id="rId6" tooltip="https://creativecommons.org/licenses/by-nc-sa/2.0/">
                  <a:extLst>
                    <a:ext uri="{A12FA001-AC4F-418D-AE19-62706E023703}">
                      <ahyp:hlinkClr xmlns="" xmlns:ahyp="http://schemas.microsoft.com/office/drawing/2018/hyperlinkcolor" val="tx"/>
                    </a:ext>
                  </a:extLst>
                </a:hlinkClick>
              </a:rPr>
              <a:t>CC BY-NC-SA</a:t>
            </a:r>
            <a:endParaRPr lang="en-CA" sz="700">
              <a:solidFill>
                <a:srgbClr val="FFFFFF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9F667A9B-DDE1-470F-AC3F-CED1339D7987}"/>
              </a:ext>
            </a:extLst>
          </p:cNvPr>
          <p:cNvSpPr txBox="1"/>
          <p:nvPr/>
        </p:nvSpPr>
        <p:spPr>
          <a:xfrm>
            <a:off x="7305581" y="3796525"/>
            <a:ext cx="2119490" cy="200055"/>
          </a:xfrm>
          <a:prstGeom prst="rect">
            <a:avLst/>
          </a:prstGeom>
          <a:solidFill>
            <a:srgbClr val="000000"/>
          </a:solidFill>
        </p:spPr>
        <p:txBody>
          <a:bodyPr wrap="non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en-CA" sz="700">
                <a:solidFill>
                  <a:srgbClr val="FFFFFF"/>
                </a:solidFill>
                <a:hlinkClick r:id="rId3" tooltip="http://www.flickr.com/photos/jasonparis/6432058071/">
                  <a:extLst>
                    <a:ext uri="{A12FA001-AC4F-418D-AE19-62706E023703}">
                      <ahyp:hlinkClr xmlns="" xmlns:ahyp="http://schemas.microsoft.com/office/drawing/2018/hyperlinkcolor" val="tx"/>
                    </a:ext>
                  </a:extLst>
                </a:hlinkClick>
              </a:rPr>
              <a:t>This Photo</a:t>
            </a:r>
            <a:r>
              <a:rPr lang="en-CA" sz="700">
                <a:solidFill>
                  <a:srgbClr val="FFFFFF"/>
                </a:solidFill>
              </a:rPr>
              <a:t> by Unknown Author is licensed under </a:t>
            </a:r>
            <a:r>
              <a:rPr lang="en-CA" sz="700">
                <a:solidFill>
                  <a:srgbClr val="FFFFFF"/>
                </a:solidFill>
                <a:hlinkClick r:id="rId7" tooltip="https://creativecommons.org/licenses/by/2.0/">
                  <a:extLst>
                    <a:ext uri="{A12FA001-AC4F-418D-AE19-62706E023703}">
                      <ahyp:hlinkClr xmlns="" xmlns:ahyp="http://schemas.microsoft.com/office/drawing/2018/hyperlinkcolor" val="tx"/>
                    </a:ext>
                  </a:extLst>
                </a:hlinkClick>
              </a:rPr>
              <a:t>CC BY</a:t>
            </a:r>
            <a:endParaRPr lang="en-CA" sz="700">
              <a:solidFill>
                <a:srgbClr val="FFFFFF"/>
              </a:solidFill>
            </a:endParaRPr>
          </a:p>
        </p:txBody>
      </p:sp>
      <p:sp>
        <p:nvSpPr>
          <p:cNvPr id="13" name="Explosion: 8 Points 12">
            <a:extLst>
              <a:ext uri="{FF2B5EF4-FFF2-40B4-BE49-F238E27FC236}">
                <a16:creationId xmlns:a16="http://schemas.microsoft.com/office/drawing/2014/main" xmlns="" id="{A0BAD527-6535-410D-A54D-7EE22008355B}"/>
              </a:ext>
            </a:extLst>
          </p:cNvPr>
          <p:cNvSpPr/>
          <p:nvPr/>
        </p:nvSpPr>
        <p:spPr>
          <a:xfrm>
            <a:off x="1238250" y="2600325"/>
            <a:ext cx="3438525" cy="3238500"/>
          </a:xfrm>
          <a:prstGeom prst="irregularSeal1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/>
              <a:t>No Way!</a:t>
            </a:r>
            <a:endParaRPr lang="en-CA" sz="3600" dirty="0"/>
          </a:p>
        </p:txBody>
      </p:sp>
    </p:spTree>
    <p:extLst>
      <p:ext uri="{BB962C8B-B14F-4D97-AF65-F5344CB8AC3E}">
        <p14:creationId xmlns:p14="http://schemas.microsoft.com/office/powerpoint/2010/main" val="20667877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03F47AF-53DC-4734-B575-A6486B7176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Cheese Wall!</a:t>
            </a:r>
            <a:endParaRPr lang="en-CA" dirty="0"/>
          </a:p>
        </p:txBody>
      </p:sp>
      <p:pic>
        <p:nvPicPr>
          <p:cNvPr id="5" name="Sleep Away">
            <a:hlinkClick r:id="" action="ppaction://media"/>
          </p:cNvPr>
          <p:cNvPicPr>
            <a:picLocks noGrp="1" noChangeAspect="1"/>
          </p:cNvPicPr>
          <p:nvPr>
            <p:ph idx="1"/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579269" y="3992562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9989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00568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F72C3F5-3ADB-4DCD-9BE9-47A5A50CD7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Reasons to Visit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A16B532-F580-496A-90A2-10E7EB5016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History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Selection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Holiday specials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Cooking classes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Large selection of flowers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LCBO on top floor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Ryerson Athletic center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2440509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87FCBA8-1EF5-451B-9668-128FCF7397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C8B5D76-AE46-41AA-AC0E-8B08EF2450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3580424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C1C93EF2-4785-427F-84A5-F1666490E9C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95</TotalTime>
  <Words>76</Words>
  <Application>Microsoft Office PowerPoint</Application>
  <PresentationFormat>Widescreen</PresentationFormat>
  <Paragraphs>15</Paragraphs>
  <Slides>5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Tw Cen MT</vt:lpstr>
      <vt:lpstr>Tw Cen MT Condensed</vt:lpstr>
      <vt:lpstr>Wingdings</vt:lpstr>
      <vt:lpstr>Wingdings 3</vt:lpstr>
      <vt:lpstr>Integral</vt:lpstr>
      <vt:lpstr>Loblaws At Maple Leaf Gardens</vt:lpstr>
      <vt:lpstr>Can you Believe this used to be an n.h.l. hockey arena?</vt:lpstr>
      <vt:lpstr>The Cheese Wall!</vt:lpstr>
      <vt:lpstr>Other Reasons to Visit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Loblaws At Maple Leaf Gardens</dc:title>
  <dc:creator>Mike Carter</dc:creator>
  <cp:lastModifiedBy>Admin</cp:lastModifiedBy>
  <cp:revision>10</cp:revision>
  <dcterms:created xsi:type="dcterms:W3CDTF">2018-06-09T16:54:25Z</dcterms:created>
  <dcterms:modified xsi:type="dcterms:W3CDTF">2020-12-01T12:39:23Z</dcterms:modified>
</cp:coreProperties>
</file>