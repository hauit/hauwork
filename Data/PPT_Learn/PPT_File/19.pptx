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0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568443-6AB2-9DB8-5EA5-BDFD1DB9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D09753A-2AA9-A433-EF9C-E9D5D1DB2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BA1051-F59F-532C-9F7C-C383F730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45B24D-9CB0-AF56-E931-52F4B4CE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C0436BA-1A7E-D4A3-E30B-D315020C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7876DF-6360-026D-7E14-3C1C33C5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FCC94E-F677-6BFD-627F-382084D7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751D25-1544-02D7-802A-6270411A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A1FA3A1-A4FE-3772-7F7F-D20A8130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04A0B25-CE65-45B6-E374-049C9CE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B63018-4108-F584-88FE-8DC1D602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87BDFC2-408A-F7AA-9BE8-56341198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3A0520-93AD-716A-FCBE-AC355281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EDC99F-B076-45A0-FE10-65E5139A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E8286A-837E-9320-3853-4FDA33C5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FDEF58-4013-C743-BBDD-D8A7269B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54E216-EB96-6D51-3536-53372FCDA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0C15DF0-3635-90B6-45BB-9712003FF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8E69CC-AFCD-5DFF-F7E2-11C86D92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4666F27-DD9B-5685-80E3-ABDC0675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9A3378C-14AB-D652-34BA-1BA1B1D4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5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C2AD2-21C9-098C-4758-23AE010E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F6290F-43C4-4A2D-94A8-BC27186A9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3557F4C-16B9-9366-81D6-7BD429FBB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862A615-4394-857A-C979-E67B18265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3359880-D751-7DD6-E0FE-928B1103A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97DD2E-FF1E-3C7F-975E-BA9A5B30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B72D0FF-1AE7-C94A-EF7D-A827C80D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FBE3FAC-C179-720F-B578-67164CAE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5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74CFC4-EE70-B2AE-B7AE-9BE7D99D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86B0AD2-4F29-C414-80A1-187187AD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4DA5F6-CDD6-5547-E21F-8445814F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0CF106B-1165-4DCC-F931-371EF853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4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9138ABD-4E1E-E7B8-1539-46827799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C99512B-A6B4-B9B5-E290-AD2D5C1A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F1A5FCB-ED0D-7BF8-3B65-3868D508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CBB628-A4EA-F441-C832-299977C0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42DAAA-D223-BA8E-3E3A-2458744D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D057460-3015-9BD0-E06C-6DC81D928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CF8BA37-D7F0-A144-CCAD-3136C71E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D65038B-AD31-0E4C-D8A6-3F68FD77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6945023-9627-B4DF-2759-6B84B6D9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5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1A979F-E83E-C079-6A0F-FC9AB360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11C9720-B8C8-1209-5B77-579C030A6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12A0B7E-CDBD-42AE-547C-9254FEE02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C45666A-8B02-88F7-7752-06329D71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88D5F6C-1167-E521-E4F9-8AEA9990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321297-D06E-1D77-EAD5-8A07D11F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8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A9D9DD-9605-C7E9-0B4B-B0E7703F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4C90D1C-9F03-317D-0893-402C2BD80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21B98D-9F18-2D7A-1904-6CA3807E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82CC4C-69F0-6870-18B0-D3F12600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D1B596-68E0-289A-EEF0-5986DBCD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9481125-F5E0-669C-8A13-CCE768745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B04BABC-604A-885D-0EC7-1035D2FE9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4D2AC1-7490-3945-17EF-E472424E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8D8C8E-74A6-6781-EE9B-44986FA9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9D9D26-DA4C-4C80-23FB-E2B912BF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A8F5B09-66A2-A783-53EB-48859B8D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039E452-708C-2340-4342-81F9D438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C9952B-4E2E-FE1B-9D97-14D74EE57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9F4E3-D04A-4E30-BA68-CF0B4003FE5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3D502C-4E92-ECF4-FD64-5D99A836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04493F6-6CBA-D793-E2CA-AD6F3B18B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2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lueyonderairline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E76458-E91D-DA7F-A91D-01EDA63A6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0130" y="2020137"/>
            <a:ext cx="4477789" cy="2387600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smtClean="0"/>
              <a:t>Blue Yonder Airlines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9944D3-6408-05B8-90E0-728C75477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213" y="4407737"/>
            <a:ext cx="4466706" cy="579899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smtClean="0"/>
              <a:t>Fabulous sights await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8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285875-D5D7-848D-7492-DD69C03D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Flyer Points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xmlns="" id="{EF71356E-E1F0-FBC9-AA95-F33CCE4FB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553726"/>
              </p:ext>
            </p:extLst>
          </p:nvPr>
        </p:nvGraphicFramePr>
        <p:xfrm>
          <a:off x="2144889" y="1735930"/>
          <a:ext cx="7861123" cy="41342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42457">
                  <a:extLst>
                    <a:ext uri="{9D8B030D-6E8A-4147-A177-3AD203B41FA5}">
                      <a16:colId xmlns:a16="http://schemas.microsoft.com/office/drawing/2014/main" xmlns="" val="15576111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28602899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1876057256"/>
                    </a:ext>
                  </a:extLst>
                </a:gridCol>
              </a:tblGrid>
              <a:tr h="826858">
                <a:tc>
                  <a:txBody>
                    <a:bodyPr/>
                    <a:lstStyle/>
                    <a:p>
                      <a:r>
                        <a:rPr lang="en-US" dirty="0"/>
                        <a:t>Years in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Distance Traveled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Points Earned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70756924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60111386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73432423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01156091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9170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753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685D3B-A586-0516-2BFF-043CBACD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69B050-ACA0-5E9B-5408-F4CF1E478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478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460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C53C67-8169-807E-DC40-4ED05DAB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204" y="365125"/>
            <a:ext cx="3374967" cy="2394700"/>
          </a:xfrm>
          <a:prstGeom prst="hexagon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 algn="ctr"/>
            <a:r>
              <a:rPr lang="en-US" dirty="0"/>
              <a:t>Frequent Flyer </a:t>
            </a:r>
            <a:r>
              <a:rPr lang="en-US" dirty="0" smtClean="0"/>
              <a:t>Rewards</a:t>
            </a:r>
            <a:endParaRPr lang="en-US" dirty="0"/>
          </a:p>
        </p:txBody>
      </p:sp>
      <p:pic>
        <p:nvPicPr>
          <p:cNvPr id="1028" name="Picture 4" descr="Cách Thức Cộng Dặm - Khách Hàng Thường Xuyên | Vietnam Airli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583" y="5641414"/>
            <a:ext cx="2155363" cy="73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6610004" cy="291263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2337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93D0B4-1172-7444-411D-1981DBB3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Become a Frequent Flyer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0A4270-2254-871C-5363-4194CA2A6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678"/>
            <a:ext cx="4388556" cy="466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Registration is easy and fast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xmlns="" id="{FBAF7DF1-9027-AF36-7082-1644A4250A15}"/>
              </a:ext>
            </a:extLst>
          </p:cNvPr>
          <p:cNvSpPr/>
          <p:nvPr/>
        </p:nvSpPr>
        <p:spPr>
          <a:xfrm>
            <a:off x="838200" y="2348088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 for the program at </a:t>
            </a:r>
            <a:r>
              <a:rPr lang="en-US" dirty="0">
                <a:hlinkClick r:id="rId2"/>
              </a:rPr>
              <a:t>www.blueyonderairlines.com</a:t>
            </a:r>
            <a:r>
              <a:rPr lang="en-US" dirty="0"/>
              <a:t> 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xmlns="" id="{B40F1916-3DE3-8EEC-A88B-77D73416552F}"/>
              </a:ext>
            </a:extLst>
          </p:cNvPr>
          <p:cNvSpPr/>
          <p:nvPr/>
        </p:nvSpPr>
        <p:spPr>
          <a:xfrm>
            <a:off x="3567289" y="3429000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your frequent flyer number to your purchases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xmlns="" id="{C4CE8388-81B7-5452-9F34-5F7588290934}"/>
              </a:ext>
            </a:extLst>
          </p:cNvPr>
          <p:cNvSpPr/>
          <p:nvPr/>
        </p:nvSpPr>
        <p:spPr>
          <a:xfrm>
            <a:off x="6461760" y="4590345"/>
            <a:ext cx="3431822" cy="133491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Accumulate points and use them for your future trips</a:t>
            </a:r>
          </a:p>
        </p:txBody>
      </p:sp>
    </p:spTree>
    <p:extLst>
      <p:ext uri="{BB962C8B-B14F-4D97-AF65-F5344CB8AC3E}">
        <p14:creationId xmlns:p14="http://schemas.microsoft.com/office/powerpoint/2010/main" val="424688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CD19FD-AE8C-447E-F53C-8F943B36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Frequent Flyer Points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xmlns="" id="{76674EEB-E872-EB5E-3002-B62FCD0E8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806608"/>
              </p:ext>
            </p:extLst>
          </p:nvPr>
        </p:nvGraphicFramePr>
        <p:xfrm>
          <a:off x="838200" y="1825625"/>
          <a:ext cx="10515600" cy="43381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xmlns="" val="24846643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9705913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4910544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422605408"/>
                    </a:ext>
                  </a:extLst>
                </a:gridCol>
              </a:tblGrid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Years in</a:t>
                      </a:r>
                    </a:p>
                    <a:p>
                      <a:pPr algn="ctr"/>
                      <a:r>
                        <a:rPr lang="en-US" dirty="0"/>
                        <a:t>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Distance Traveled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Points </a:t>
                      </a:r>
                      <a:r>
                        <a:rPr lang="en-US" dirty="0" smtClean="0"/>
                        <a:t>Earned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Percent 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44409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07305131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5305555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002320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6864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48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546A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110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Blue Yonder Airlines</vt:lpstr>
      <vt:lpstr>Frequent Flyer Points</vt:lpstr>
      <vt:lpstr>PowerPoint Presentation</vt:lpstr>
      <vt:lpstr>PowerPoint Presentation</vt:lpstr>
      <vt:lpstr>PowerPoint Presentation</vt:lpstr>
      <vt:lpstr>Frequent Flyer Rewards</vt:lpstr>
      <vt:lpstr>Become a Frequent Flyer</vt:lpstr>
      <vt:lpstr>Frequent Flyer Points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9</cp:revision>
  <dcterms:created xsi:type="dcterms:W3CDTF">2023-09-14T01:20:42Z</dcterms:created>
  <dcterms:modified xsi:type="dcterms:W3CDTF">2024-08-05T04:33:11Z</dcterms:modified>
</cp:coreProperties>
</file>