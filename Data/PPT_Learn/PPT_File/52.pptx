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58" r:id="rId5"/>
    <p:sldId id="259" r:id="rId6"/>
  </p:sldIdLst>
  <p:sldSz cx="1243647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2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1ADCA9-6400-4166-8DCF-52BB603A5BF6}" type="doc">
      <dgm:prSet loTypeId="urn:microsoft.com/office/officeart/2005/8/layout/vProcess5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63F168DD-DBCC-4E66-99B2-C2F27DB10CB0}">
      <dgm:prSet phldrT="[Text]"/>
      <dgm:spPr/>
      <dgm:t>
        <a:bodyPr/>
        <a:lstStyle/>
        <a:p>
          <a:r>
            <a:rPr lang="en-US" dirty="0"/>
            <a:t>Preheat the oven to 392 ‘F (200</a:t>
          </a:r>
          <a:r>
            <a:rPr lang="en-US" b="0" i="0" dirty="0"/>
            <a:t>°C)</a:t>
          </a:r>
          <a:endParaRPr lang="en-US" dirty="0"/>
        </a:p>
      </dgm:t>
    </dgm:pt>
    <dgm:pt modelId="{579CF3A4-686F-4BCA-8603-B5258A76F9F2}" type="parTrans" cxnId="{95841479-F478-41E1-9DC8-F9BEC0340116}">
      <dgm:prSet/>
      <dgm:spPr/>
      <dgm:t>
        <a:bodyPr/>
        <a:lstStyle/>
        <a:p>
          <a:endParaRPr lang="en-US"/>
        </a:p>
      </dgm:t>
    </dgm:pt>
    <dgm:pt modelId="{F3A23CD2-0FBA-4098-8ECF-DA2E0F5C51C0}" type="sibTrans" cxnId="{95841479-F478-41E1-9DC8-F9BEC0340116}">
      <dgm:prSet/>
      <dgm:spPr/>
      <dgm:t>
        <a:bodyPr/>
        <a:lstStyle/>
        <a:p>
          <a:endParaRPr lang="en-US"/>
        </a:p>
      </dgm:t>
    </dgm:pt>
    <dgm:pt modelId="{3132E160-5961-4E13-9B1F-E9E2C7488E70}">
      <dgm:prSet phldrT="[Text]"/>
      <dgm:spPr/>
      <dgm:t>
        <a:bodyPr/>
        <a:lstStyle/>
        <a:p>
          <a:r>
            <a:rPr lang="en-US" dirty="0"/>
            <a:t>Peel, core, and chop the apples. Put apples into a pan with 4 </a:t>
          </a:r>
          <a:r>
            <a:rPr lang="en-US" dirty="0" smtClean="0"/>
            <a:t>tablespoons </a:t>
          </a:r>
          <a:r>
            <a:rPr lang="en-US" dirty="0"/>
            <a:t>of sugar and </a:t>
          </a:r>
          <a:r>
            <a:rPr lang="en-US" b="0" i="0" dirty="0"/>
            <a:t>% cup of water. Cook on medium heat for 10 minutes. Transfer the mixture to a baking dish.</a:t>
          </a:r>
          <a:endParaRPr lang="en-US" dirty="0"/>
        </a:p>
      </dgm:t>
    </dgm:pt>
    <dgm:pt modelId="{982B2DBA-FE6C-4DCA-A176-647AC575835C}" type="parTrans" cxnId="{91E0C31D-F24E-49AD-A175-46CDC427C213}">
      <dgm:prSet/>
      <dgm:spPr/>
      <dgm:t>
        <a:bodyPr/>
        <a:lstStyle/>
        <a:p>
          <a:endParaRPr lang="en-US"/>
        </a:p>
      </dgm:t>
    </dgm:pt>
    <dgm:pt modelId="{58AFE7B0-15B9-4CF5-9EE1-662634253B80}" type="sibTrans" cxnId="{91E0C31D-F24E-49AD-A175-46CDC427C213}">
      <dgm:prSet/>
      <dgm:spPr/>
      <dgm:t>
        <a:bodyPr/>
        <a:lstStyle/>
        <a:p>
          <a:endParaRPr lang="en-US" dirty="0"/>
        </a:p>
      </dgm:t>
    </dgm:pt>
    <dgm:pt modelId="{51F1DF7D-93B3-48E5-A454-1FEA9D3759BE}">
      <dgm:prSet phldrT="[Text]"/>
      <dgm:spPr/>
      <dgm:t>
        <a:bodyPr/>
        <a:lstStyle/>
        <a:p>
          <a:r>
            <a:rPr lang="en-US" dirty="0"/>
            <a:t>Mix the butter with the flour. Stir in 1 tablespoon of sugar. Spread the butter mixture over the apples. Bake for 40 minutes. Serve with cream.</a:t>
          </a:r>
        </a:p>
      </dgm:t>
    </dgm:pt>
    <dgm:pt modelId="{28ED9EF1-00AA-459B-A77C-A54EA4DD4A07}" type="parTrans" cxnId="{9C33A439-75D7-4D46-A852-CE6B8BD37933}">
      <dgm:prSet/>
      <dgm:spPr/>
      <dgm:t>
        <a:bodyPr/>
        <a:lstStyle/>
        <a:p>
          <a:endParaRPr lang="en-US"/>
        </a:p>
      </dgm:t>
    </dgm:pt>
    <dgm:pt modelId="{41A93BA2-70F2-4D86-AAA5-EC68A4ACE8F7}" type="sibTrans" cxnId="{9C33A439-75D7-4D46-A852-CE6B8BD37933}">
      <dgm:prSet/>
      <dgm:spPr/>
      <dgm:t>
        <a:bodyPr/>
        <a:lstStyle/>
        <a:p>
          <a:endParaRPr lang="en-US"/>
        </a:p>
      </dgm:t>
    </dgm:pt>
    <dgm:pt modelId="{374C1D4D-4351-48AB-BCEE-45059F19F330}" type="pres">
      <dgm:prSet presAssocID="{B41ADCA9-6400-4166-8DCF-52BB603A5BF6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vi-VN"/>
        </a:p>
      </dgm:t>
    </dgm:pt>
    <dgm:pt modelId="{2F1A4E82-F5AC-4053-A7D7-56D82193CA1F}" type="pres">
      <dgm:prSet presAssocID="{B41ADCA9-6400-4166-8DCF-52BB603A5BF6}" presName="dummyMaxCanvas" presStyleCnt="0">
        <dgm:presLayoutVars/>
      </dgm:prSet>
      <dgm:spPr/>
      <dgm:t>
        <a:bodyPr/>
        <a:lstStyle/>
        <a:p>
          <a:endParaRPr lang="vi-VN"/>
        </a:p>
      </dgm:t>
    </dgm:pt>
    <dgm:pt modelId="{39EE2B89-815A-49B3-98A6-023AECBB1B45}" type="pres">
      <dgm:prSet presAssocID="{B41ADCA9-6400-4166-8DCF-52BB603A5BF6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00CC8142-68EF-4AC5-A679-11AC3474F80A}" type="pres">
      <dgm:prSet presAssocID="{B41ADCA9-6400-4166-8DCF-52BB603A5BF6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95EA0453-AEBE-4667-9DC4-E10EDAFEC107}" type="pres">
      <dgm:prSet presAssocID="{B41ADCA9-6400-4166-8DCF-52BB603A5BF6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2BDA6091-A96C-45E2-AF5B-9EFAC9D4FA2A}" type="pres">
      <dgm:prSet presAssocID="{B41ADCA9-6400-4166-8DCF-52BB603A5BF6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D3BEBBEC-CA82-4C13-8581-85F97E5003D5}" type="pres">
      <dgm:prSet presAssocID="{B41ADCA9-6400-4166-8DCF-52BB603A5BF6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2C83E82F-4083-4F62-9AE2-921A0AF1CFB2}" type="pres">
      <dgm:prSet presAssocID="{B41ADCA9-6400-4166-8DCF-52BB603A5BF6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54FACCE3-0143-4DF7-997E-551D5078CC83}" type="pres">
      <dgm:prSet presAssocID="{B41ADCA9-6400-4166-8DCF-52BB603A5BF6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748D7B84-7E3C-41E3-B2A5-2E5AB9AB46ED}" type="pres">
      <dgm:prSet presAssocID="{B41ADCA9-6400-4166-8DCF-52BB603A5BF6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</dgm:ptLst>
  <dgm:cxnLst>
    <dgm:cxn modelId="{CBE53325-73AB-4372-BB8F-34FCB8EA42AA}" type="presOf" srcId="{B41ADCA9-6400-4166-8DCF-52BB603A5BF6}" destId="{374C1D4D-4351-48AB-BCEE-45059F19F330}" srcOrd="0" destOrd="0" presId="urn:microsoft.com/office/officeart/2005/8/layout/vProcess5"/>
    <dgm:cxn modelId="{876E070B-0A5E-4632-A44F-6565A5FFF441}" type="presOf" srcId="{3132E160-5961-4E13-9B1F-E9E2C7488E70}" destId="{54FACCE3-0143-4DF7-997E-551D5078CC83}" srcOrd="1" destOrd="0" presId="urn:microsoft.com/office/officeart/2005/8/layout/vProcess5"/>
    <dgm:cxn modelId="{63DE28CC-2B80-45C8-B33A-0A4B51C6709D}" type="presOf" srcId="{51F1DF7D-93B3-48E5-A454-1FEA9D3759BE}" destId="{95EA0453-AEBE-4667-9DC4-E10EDAFEC107}" srcOrd="0" destOrd="0" presId="urn:microsoft.com/office/officeart/2005/8/layout/vProcess5"/>
    <dgm:cxn modelId="{0713F863-1301-4EA4-AAB2-3E863421D4B5}" type="presOf" srcId="{63F168DD-DBCC-4E66-99B2-C2F27DB10CB0}" destId="{39EE2B89-815A-49B3-98A6-023AECBB1B45}" srcOrd="0" destOrd="0" presId="urn:microsoft.com/office/officeart/2005/8/layout/vProcess5"/>
    <dgm:cxn modelId="{DE43CEA8-F26E-4A13-9298-E2CB5EE2A040}" type="presOf" srcId="{51F1DF7D-93B3-48E5-A454-1FEA9D3759BE}" destId="{748D7B84-7E3C-41E3-B2A5-2E5AB9AB46ED}" srcOrd="1" destOrd="0" presId="urn:microsoft.com/office/officeart/2005/8/layout/vProcess5"/>
    <dgm:cxn modelId="{9C33A439-75D7-4D46-A852-CE6B8BD37933}" srcId="{B41ADCA9-6400-4166-8DCF-52BB603A5BF6}" destId="{51F1DF7D-93B3-48E5-A454-1FEA9D3759BE}" srcOrd="2" destOrd="0" parTransId="{28ED9EF1-00AA-459B-A77C-A54EA4DD4A07}" sibTransId="{41A93BA2-70F2-4D86-AAA5-EC68A4ACE8F7}"/>
    <dgm:cxn modelId="{95841479-F478-41E1-9DC8-F9BEC0340116}" srcId="{B41ADCA9-6400-4166-8DCF-52BB603A5BF6}" destId="{63F168DD-DBCC-4E66-99B2-C2F27DB10CB0}" srcOrd="0" destOrd="0" parTransId="{579CF3A4-686F-4BCA-8603-B5258A76F9F2}" sibTransId="{F3A23CD2-0FBA-4098-8ECF-DA2E0F5C51C0}"/>
    <dgm:cxn modelId="{91E0C31D-F24E-49AD-A175-46CDC427C213}" srcId="{B41ADCA9-6400-4166-8DCF-52BB603A5BF6}" destId="{3132E160-5961-4E13-9B1F-E9E2C7488E70}" srcOrd="1" destOrd="0" parTransId="{982B2DBA-FE6C-4DCA-A176-647AC575835C}" sibTransId="{58AFE7B0-15B9-4CF5-9EE1-662634253B80}"/>
    <dgm:cxn modelId="{FE2955A7-DBC2-4198-872C-82DE9A3B530B}" type="presOf" srcId="{63F168DD-DBCC-4E66-99B2-C2F27DB10CB0}" destId="{2C83E82F-4083-4F62-9AE2-921A0AF1CFB2}" srcOrd="1" destOrd="0" presId="urn:microsoft.com/office/officeart/2005/8/layout/vProcess5"/>
    <dgm:cxn modelId="{92A53732-7844-471C-B97E-0001C615BB50}" type="presOf" srcId="{3132E160-5961-4E13-9B1F-E9E2C7488E70}" destId="{00CC8142-68EF-4AC5-A679-11AC3474F80A}" srcOrd="0" destOrd="0" presId="urn:microsoft.com/office/officeart/2005/8/layout/vProcess5"/>
    <dgm:cxn modelId="{A88EFB74-046A-41DD-BC2F-5E66B20469A1}" type="presOf" srcId="{58AFE7B0-15B9-4CF5-9EE1-662634253B80}" destId="{D3BEBBEC-CA82-4C13-8581-85F97E5003D5}" srcOrd="0" destOrd="0" presId="urn:microsoft.com/office/officeart/2005/8/layout/vProcess5"/>
    <dgm:cxn modelId="{BA1EA870-3865-4919-A327-3BEE5FBFDB23}" type="presOf" srcId="{F3A23CD2-0FBA-4098-8ECF-DA2E0F5C51C0}" destId="{2BDA6091-A96C-45E2-AF5B-9EFAC9D4FA2A}" srcOrd="0" destOrd="0" presId="urn:microsoft.com/office/officeart/2005/8/layout/vProcess5"/>
    <dgm:cxn modelId="{BECB40B3-A18F-4107-A258-32384208CE69}" type="presParOf" srcId="{374C1D4D-4351-48AB-BCEE-45059F19F330}" destId="{2F1A4E82-F5AC-4053-A7D7-56D82193CA1F}" srcOrd="0" destOrd="0" presId="urn:microsoft.com/office/officeart/2005/8/layout/vProcess5"/>
    <dgm:cxn modelId="{3A7375CD-51B0-4BD9-A4C8-17975D4524F0}" type="presParOf" srcId="{374C1D4D-4351-48AB-BCEE-45059F19F330}" destId="{39EE2B89-815A-49B3-98A6-023AECBB1B45}" srcOrd="1" destOrd="0" presId="urn:microsoft.com/office/officeart/2005/8/layout/vProcess5"/>
    <dgm:cxn modelId="{92A0E5FF-E6B0-47F4-ABAF-CDF3E921D09E}" type="presParOf" srcId="{374C1D4D-4351-48AB-BCEE-45059F19F330}" destId="{00CC8142-68EF-4AC5-A679-11AC3474F80A}" srcOrd="2" destOrd="0" presId="urn:microsoft.com/office/officeart/2005/8/layout/vProcess5"/>
    <dgm:cxn modelId="{FA485E0A-976F-4AC3-91B9-9B3A7277D430}" type="presParOf" srcId="{374C1D4D-4351-48AB-BCEE-45059F19F330}" destId="{95EA0453-AEBE-4667-9DC4-E10EDAFEC107}" srcOrd="3" destOrd="0" presId="urn:microsoft.com/office/officeart/2005/8/layout/vProcess5"/>
    <dgm:cxn modelId="{C5C185E2-685F-42DB-9C7F-DB931CF435B1}" type="presParOf" srcId="{374C1D4D-4351-48AB-BCEE-45059F19F330}" destId="{2BDA6091-A96C-45E2-AF5B-9EFAC9D4FA2A}" srcOrd="4" destOrd="0" presId="urn:microsoft.com/office/officeart/2005/8/layout/vProcess5"/>
    <dgm:cxn modelId="{3E765C0C-3E1D-4AA9-903E-5BAE0F783FB8}" type="presParOf" srcId="{374C1D4D-4351-48AB-BCEE-45059F19F330}" destId="{D3BEBBEC-CA82-4C13-8581-85F97E5003D5}" srcOrd="5" destOrd="0" presId="urn:microsoft.com/office/officeart/2005/8/layout/vProcess5"/>
    <dgm:cxn modelId="{F0D9F104-87D8-417D-B2DB-CC8130F79107}" type="presParOf" srcId="{374C1D4D-4351-48AB-BCEE-45059F19F330}" destId="{2C83E82F-4083-4F62-9AE2-921A0AF1CFB2}" srcOrd="6" destOrd="0" presId="urn:microsoft.com/office/officeart/2005/8/layout/vProcess5"/>
    <dgm:cxn modelId="{8A6CC022-9B43-49A6-B68C-8E7FA1CB330F}" type="presParOf" srcId="{374C1D4D-4351-48AB-BCEE-45059F19F330}" destId="{54FACCE3-0143-4DF7-997E-551D5078CC83}" srcOrd="7" destOrd="0" presId="urn:microsoft.com/office/officeart/2005/8/layout/vProcess5"/>
    <dgm:cxn modelId="{6DAE0E56-542D-4776-8077-6FFC5EEF12E3}" type="presParOf" srcId="{374C1D4D-4351-48AB-BCEE-45059F19F330}" destId="{748D7B84-7E3C-41E3-B2A5-2E5AB9AB46E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EE2B89-815A-49B3-98A6-023AECBB1B45}">
      <dsp:nvSpPr>
        <dsp:cNvPr id="0" name=""/>
        <dsp:cNvSpPr/>
      </dsp:nvSpPr>
      <dsp:spPr>
        <a:xfrm>
          <a:off x="0" y="0"/>
          <a:ext cx="8280964" cy="122922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Preheat the oven to 392 ‘F (200</a:t>
          </a:r>
          <a:r>
            <a:rPr lang="en-US" sz="2100" b="0" i="0" kern="1200" dirty="0"/>
            <a:t>°C)</a:t>
          </a:r>
          <a:endParaRPr lang="en-US" sz="2100" kern="1200" dirty="0"/>
        </a:p>
      </dsp:txBody>
      <dsp:txXfrm>
        <a:off x="36003" y="36003"/>
        <a:ext cx="6954535" cy="1157217"/>
      </dsp:txXfrm>
    </dsp:sp>
    <dsp:sp modelId="{00CC8142-68EF-4AC5-A679-11AC3474F80A}">
      <dsp:nvSpPr>
        <dsp:cNvPr id="0" name=""/>
        <dsp:cNvSpPr/>
      </dsp:nvSpPr>
      <dsp:spPr>
        <a:xfrm>
          <a:off x="730673" y="1434094"/>
          <a:ext cx="8280964" cy="122922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Peel, core, and chop the apples. Put apples into a pan with 4 </a:t>
          </a:r>
          <a:r>
            <a:rPr lang="en-US" sz="2100" kern="1200" dirty="0" smtClean="0"/>
            <a:t>tablespoons </a:t>
          </a:r>
          <a:r>
            <a:rPr lang="en-US" sz="2100" kern="1200" dirty="0"/>
            <a:t>of sugar and </a:t>
          </a:r>
          <a:r>
            <a:rPr lang="en-US" sz="2100" b="0" i="0" kern="1200" dirty="0"/>
            <a:t>% cup of water. Cook on medium heat for 10 minutes. Transfer the mixture to a baking dish.</a:t>
          </a:r>
          <a:endParaRPr lang="en-US" sz="2100" kern="1200" dirty="0"/>
        </a:p>
      </dsp:txBody>
      <dsp:txXfrm>
        <a:off x="766676" y="1470097"/>
        <a:ext cx="6679289" cy="1157217"/>
      </dsp:txXfrm>
    </dsp:sp>
    <dsp:sp modelId="{95EA0453-AEBE-4667-9DC4-E10EDAFEC107}">
      <dsp:nvSpPr>
        <dsp:cNvPr id="0" name=""/>
        <dsp:cNvSpPr/>
      </dsp:nvSpPr>
      <dsp:spPr>
        <a:xfrm>
          <a:off x="1461346" y="2868189"/>
          <a:ext cx="8280964" cy="122922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Mix the butter with the flour. Stir in 1 tablespoon of sugar. Spread the butter mixture over the apples. Bake for 40 minutes. Serve with cream.</a:t>
          </a:r>
        </a:p>
      </dsp:txBody>
      <dsp:txXfrm>
        <a:off x="1497349" y="2904192"/>
        <a:ext cx="6679289" cy="1157217"/>
      </dsp:txXfrm>
    </dsp:sp>
    <dsp:sp modelId="{2BDA6091-A96C-45E2-AF5B-9EFAC9D4FA2A}">
      <dsp:nvSpPr>
        <dsp:cNvPr id="0" name=""/>
        <dsp:cNvSpPr/>
      </dsp:nvSpPr>
      <dsp:spPr>
        <a:xfrm>
          <a:off x="7481968" y="932161"/>
          <a:ext cx="798995" cy="798995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7661742" y="932161"/>
        <a:ext cx="439447" cy="601244"/>
      </dsp:txXfrm>
    </dsp:sp>
    <dsp:sp modelId="{D3BEBBEC-CA82-4C13-8581-85F97E5003D5}">
      <dsp:nvSpPr>
        <dsp:cNvPr id="0" name=""/>
        <dsp:cNvSpPr/>
      </dsp:nvSpPr>
      <dsp:spPr>
        <a:xfrm>
          <a:off x="8212642" y="2358061"/>
          <a:ext cx="798995" cy="798995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 dirty="0"/>
        </a:p>
      </dsp:txBody>
      <dsp:txXfrm>
        <a:off x="8392416" y="2358061"/>
        <a:ext cx="439447" cy="6012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560" y="1122363"/>
            <a:ext cx="932735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4560" y="3602038"/>
            <a:ext cx="9327356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7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gred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55009" y="1938338"/>
            <a:ext cx="10849630" cy="370681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83834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530" y="1709739"/>
            <a:ext cx="1072646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8530" y="4589464"/>
            <a:ext cx="1072646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72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5008" y="1825625"/>
            <a:ext cx="5285502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5965" y="1825625"/>
            <a:ext cx="5285502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0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7" y="365126"/>
            <a:ext cx="1072646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628" y="1681163"/>
            <a:ext cx="52612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628" y="2505075"/>
            <a:ext cx="526121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5965" y="1681163"/>
            <a:ext cx="52871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5965" y="2505075"/>
            <a:ext cx="5287122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1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97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0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8" y="457200"/>
            <a:ext cx="401108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7122" y="987426"/>
            <a:ext cx="629596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628" y="2057400"/>
            <a:ext cx="401108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25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8" y="457200"/>
            <a:ext cx="401108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87122" y="987426"/>
            <a:ext cx="629596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628" y="2057400"/>
            <a:ext cx="401108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9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43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99852" y="365125"/>
            <a:ext cx="268161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5008" y="365125"/>
            <a:ext cx="7889389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2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5008" y="365126"/>
            <a:ext cx="107264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5008" y="1825625"/>
            <a:ext cx="107264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5008" y="6356351"/>
            <a:ext cx="2798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E7AAC-8CEC-485B-AC6B-CF6CD7099F42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9583" y="6356351"/>
            <a:ext cx="41973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83260" y="6356351"/>
            <a:ext cx="2798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57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7009" y="947651"/>
            <a:ext cx="6095681" cy="2826327"/>
          </a:xfr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b="1" dirty="0"/>
              <a:t>Apple </a:t>
            </a:r>
            <a:r>
              <a:rPr lang="en-US" b="1" dirty="0" smtClean="0"/>
              <a:t>Crumble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76827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DFD113-9679-3CCD-4351-47BB40577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3B4C2D1-B002-401C-FA11-D11C96E2E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396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4B4255-63DA-A6F6-A23F-B019139CA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251BAD-D0B3-D3FE-B8F5-8081C4016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5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2">
            <a:extLst>
              <a:ext uri="{FF2B5EF4-FFF2-40B4-BE49-F238E27FC236}">
                <a16:creationId xmlns:a16="http://schemas.microsoft.com/office/drawing/2014/main" xmlns="" id="{910DA710-DE32-7422-5F7E-F2EF36256F6C}"/>
              </a:ext>
            </a:extLst>
          </p:cNvPr>
          <p:cNvSpPr txBox="1">
            <a:spLocks/>
          </p:cNvSpPr>
          <p:nvPr/>
        </p:nvSpPr>
        <p:spPr>
          <a:xfrm>
            <a:off x="6410151" y="365126"/>
            <a:ext cx="50658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1AF0E6C8-E5BE-26CC-DB2F-5420604DBF88}"/>
              </a:ext>
            </a:extLst>
          </p:cNvPr>
          <p:cNvSpPr/>
          <p:nvPr/>
        </p:nvSpPr>
        <p:spPr>
          <a:xfrm>
            <a:off x="1138238" y="745068"/>
            <a:ext cx="4662311" cy="857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Apple Crumble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F4FD8A97-66CF-09CB-6A72-5C5EC6B4D016}"/>
              </a:ext>
            </a:extLst>
          </p:cNvPr>
          <p:cNvSpPr/>
          <p:nvPr/>
        </p:nvSpPr>
        <p:spPr>
          <a:xfrm>
            <a:off x="6218238" y="745068"/>
            <a:ext cx="4662311" cy="857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Method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xmlns="" id="{F516155E-172F-577D-7EC0-D914353831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7978095"/>
              </p:ext>
            </p:extLst>
          </p:nvPr>
        </p:nvGraphicFramePr>
        <p:xfrm>
          <a:off x="1138238" y="2070630"/>
          <a:ext cx="9742311" cy="4097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7401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3495B23-CBC0-76B5-1C9D-AC0A8118C720}"/>
              </a:ext>
            </a:extLst>
          </p:cNvPr>
          <p:cNvSpPr/>
          <p:nvPr/>
        </p:nvSpPr>
        <p:spPr>
          <a:xfrm>
            <a:off x="1284994" y="474133"/>
            <a:ext cx="4436533" cy="8692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Apple Crumble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4237ACF-8EA7-5829-6890-3494996AA4FA}"/>
              </a:ext>
            </a:extLst>
          </p:cNvPr>
          <p:cNvSpPr/>
          <p:nvPr/>
        </p:nvSpPr>
        <p:spPr>
          <a:xfrm>
            <a:off x="6218237" y="474134"/>
            <a:ext cx="4436533" cy="8692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Portions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4" y="2135187"/>
            <a:ext cx="2943225" cy="29432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584" y="2135187"/>
            <a:ext cx="3286125" cy="2886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645" y="2144711"/>
            <a:ext cx="290512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45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</TotalTime>
  <Words>90</Words>
  <Application>Microsoft Office PowerPoint</Application>
  <PresentationFormat>Custom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Apple Crumble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6</cp:revision>
  <dcterms:created xsi:type="dcterms:W3CDTF">2023-09-14T00:44:27Z</dcterms:created>
  <dcterms:modified xsi:type="dcterms:W3CDTF">2024-02-13T05:09:28Z</dcterms:modified>
</cp:coreProperties>
</file>