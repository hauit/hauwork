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64" r:id="rId5"/>
    <p:sldId id="276" r:id="rId6"/>
    <p:sldId id="277" r:id="rId7"/>
    <p:sldId id="279" r:id="rId8"/>
    <p:sldId id="278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1" d="100"/>
          <a:sy n="51" d="100"/>
        </p:scale>
        <p:origin x="90" y="42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4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5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8.jpg&amp;ehk=6Y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8.jpg&amp;ehk=6Y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:a16="http://schemas.microsoft.com/office/drawing/2014/main" xmlns="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:a16="http://schemas.microsoft.com/office/drawing/2014/main" xmlns="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263566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rcRect l="22823" t="3907" r="18318" b="3297"/>
          <a:stretch/>
        </p:blipFill>
        <p:spPr>
          <a:xfrm>
            <a:off x="4799012" y="609600"/>
            <a:ext cx="5581047" cy="5410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400758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http://www.w3.org/XML/1998/namespace"/>
    <ds:schemaRef ds:uri="http://purl.org/dc/elements/1.1/"/>
    <ds:schemaRef ds:uri="http://purl.org/dc/terms/"/>
    <ds:schemaRef ds:uri="4873beb7-5857-4685-be1f-d57550cc96c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588</TotalTime>
  <Words>65</Words>
  <Application>Microsoft Office PowerPoint</Application>
  <PresentationFormat>Custom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  <vt:lpstr>First Class</vt:lpstr>
      <vt:lpstr>First Class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8</cp:revision>
  <dcterms:created xsi:type="dcterms:W3CDTF">2018-06-09T00:36:35Z</dcterms:created>
  <dcterms:modified xsi:type="dcterms:W3CDTF">2020-09-03T04:56:37Z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