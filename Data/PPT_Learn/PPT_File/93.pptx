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6/21/2019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72599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6/21/2019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68743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6D44C3-54B6-44B7-8699-5873AFF2CC41}" type="datetimeFigureOut">
              <a:rPr lang="en-US" smtClean="0"/>
              <a:t>6/21/2019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43828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6D44C3-54B6-44B7-8699-5873AFF2CC41}" type="datetimeFigureOut">
              <a:rPr lang="en-US" smtClean="0"/>
              <a:t>6/21/2019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288165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6D44C3-54B6-44B7-8699-5873AFF2CC41}" type="datetimeFigureOut">
              <a:rPr lang="en-US" smtClean="0"/>
              <a:t>6/21/2019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89384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6D44C3-54B6-44B7-8699-5873AFF2CC41}" type="datetimeFigureOut">
              <a:rPr lang="en-US" smtClean="0"/>
              <a:t>6/21/2019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43962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D44C3-54B6-44B7-8699-5873AFF2CC41}" type="datetimeFigureOut">
              <a:rPr lang="en-US" smtClean="0"/>
              <a:t>6/21/2019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54120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6/21/2019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226118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6/21/2019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78264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6/21/2019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80229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6/21/2019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00598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6D44C3-54B6-44B7-8699-5873AFF2CC41}" type="datetimeFigureOut">
              <a:rPr lang="en-US" smtClean="0"/>
              <a:t>6/21/2019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0889C-BD83-4D18-A913-DD052C75B5C2}" type="slidenum">
              <a:rPr lang="en-US" smtClean="0"/>
              <a:t>‹#›</a:t>
            </a:fld>
            <a:endParaRPr lang="en-US"/>
          </a:p>
        </p:txBody>
      </p:sp>
    </p:spTree>
    <p:extLst>
      <p:ext uri="{BB962C8B-B14F-4D97-AF65-F5344CB8AC3E}">
        <p14:creationId xmlns:p14="http://schemas.microsoft.com/office/powerpoint/2010/main" val="695982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5" Type="http://schemas.openxmlformats.org/officeDocument/2006/relationships/image" Target="../media/image5.tmp"/><Relationship Id="rId4" Type="http://schemas.openxmlformats.org/officeDocument/2006/relationships/image" Target="../media/image4.tm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1243" y="4278336"/>
            <a:ext cx="4609514" cy="1487268"/>
          </a:xfrm>
        </p:spPr>
        <p:txBody>
          <a:bodyPr>
            <a:normAutofit/>
          </a:bodyPr>
          <a:lstStyle/>
          <a:p>
            <a:pPr algn="r"/>
            <a:r>
              <a:rPr lang="en-US" sz="4800" dirty="0" smtClean="0"/>
              <a:t>HUMONGOUS CAR INSURANCE</a:t>
            </a:r>
            <a:endParaRPr lang="en-US" sz="4800" dirty="0"/>
          </a:p>
        </p:txBody>
      </p:sp>
      <p:pic>
        <p:nvPicPr>
          <p:cNvPr id="4" name="Picture 3" descr="Screen Clipping"/>
          <p:cNvPicPr>
            <a:picLocks noChangeAspect="1"/>
          </p:cNvPicPr>
          <p:nvPr/>
        </p:nvPicPr>
        <p:blipFill rotWithShape="1">
          <a:blip r:embed="rId2" cstate="print">
            <a:extLst>
              <a:ext uri="{28A0092B-C50C-407E-A947-70E740481C1C}">
                <a14:useLocalDpi xmlns:a14="http://schemas.microsoft.com/office/drawing/2010/main" val="0"/>
              </a:ext>
            </a:extLst>
          </a:blip>
          <a:srcRect l="1322" t="3286" r="2606" b="32421"/>
          <a:stretch/>
        </p:blipFill>
        <p:spPr>
          <a:xfrm>
            <a:off x="1104314" y="534573"/>
            <a:ext cx="9983372" cy="3743763"/>
          </a:xfrm>
          <a:prstGeom prst="rect">
            <a:avLst/>
          </a:prstGeom>
        </p:spPr>
      </p:pic>
    </p:spTree>
    <p:extLst>
      <p:ext uri="{BB962C8B-B14F-4D97-AF65-F5344CB8AC3E}">
        <p14:creationId xmlns:p14="http://schemas.microsoft.com/office/powerpoint/2010/main" val="3692404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838200" y="1825625"/>
            <a:ext cx="10515600" cy="1040405"/>
          </a:xfrm>
        </p:spPr>
        <p:txBody>
          <a:bodyPr>
            <a:normAutofit lnSpcReduction="10000"/>
          </a:bodyPr>
          <a:lstStyle/>
          <a:p>
            <a:pPr marL="0" indent="0">
              <a:buNone/>
            </a:pPr>
            <a:r>
              <a:rPr lang="en-US" sz="2000" dirty="0" smtClean="0"/>
              <a:t>The quick brown fox jumps over the lazy dog. The quick brown fox jumps over the lazy dog. The quick brown fox jumps over the lazy dog. The quick brown fox jumps over the lazy dog. </a:t>
            </a:r>
          </a:p>
          <a:p>
            <a:pPr marL="0" indent="0">
              <a:buNone/>
            </a:pPr>
            <a:r>
              <a:rPr lang="en-US" sz="2000" dirty="0" smtClean="0"/>
              <a:t>The quick brown fox jumps over the lazy dog. </a:t>
            </a:r>
          </a:p>
        </p:txBody>
      </p:sp>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r="3436"/>
          <a:stretch/>
        </p:blipFill>
        <p:spPr>
          <a:xfrm>
            <a:off x="211791" y="5008098"/>
            <a:ext cx="2151581" cy="1420837"/>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2707" y="3545058"/>
            <a:ext cx="2441141" cy="1645921"/>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6788" y="3014604"/>
            <a:ext cx="2640270" cy="1766950"/>
          </a:xfrm>
          <a:prstGeom prst="rect">
            <a:avLst/>
          </a:prstGeom>
        </p:spPr>
      </p:pic>
      <p:pic>
        <p:nvPicPr>
          <p:cNvPr id="7" name="Picture 6"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0106" y="4096875"/>
            <a:ext cx="2362644" cy="1777031"/>
          </a:xfrm>
          <a:prstGeom prst="rect">
            <a:avLst/>
          </a:prstGeom>
        </p:spPr>
      </p:pic>
    </p:spTree>
    <p:extLst>
      <p:ext uri="{BB962C8B-B14F-4D97-AF65-F5344CB8AC3E}">
        <p14:creationId xmlns:p14="http://schemas.microsoft.com/office/powerpoint/2010/main" val="3216145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SUCCESSFUL CAMPAIGNS 2015</a:t>
            </a:r>
            <a:endParaRPr lang="en-US" dirty="0"/>
          </a:p>
        </p:txBody>
      </p:sp>
      <p:sp>
        <p:nvSpPr>
          <p:cNvPr id="5" name="Content Placeholder 4"/>
          <p:cNvSpPr>
            <a:spLocks noGrp="1"/>
          </p:cNvSpPr>
          <p:nvPr>
            <p:ph idx="1"/>
          </p:nvPr>
        </p:nvSpPr>
        <p:spPr/>
        <p:txBody>
          <a:bodyPr/>
          <a:lstStyle/>
          <a:p>
            <a:pPr marL="514350" indent="-514350">
              <a:buFont typeface="+mj-lt"/>
              <a:buAutoNum type="arabicPeriod"/>
            </a:pPr>
            <a:r>
              <a:rPr lang="en-US" dirty="0" smtClean="0"/>
              <a:t>20% of when you </a:t>
            </a:r>
          </a:p>
          <a:p>
            <a:pPr marL="514350" indent="-514350">
              <a:buFont typeface="+mj-lt"/>
              <a:buAutoNum type="arabicPeriod"/>
            </a:pPr>
            <a:r>
              <a:rPr lang="en-US" dirty="0" smtClean="0"/>
              <a:t>Free upgrade</a:t>
            </a:r>
          </a:p>
          <a:p>
            <a:pPr marL="514350" indent="-514350">
              <a:buFont typeface="+mj-lt"/>
              <a:buAutoNum type="arabicPeriod"/>
            </a:pPr>
            <a:r>
              <a:rPr lang="en-US" dirty="0" smtClean="0"/>
              <a:t>$50 gift card</a:t>
            </a:r>
          </a:p>
          <a:p>
            <a:pPr marL="514350" indent="-514350">
              <a:buFont typeface="+mj-lt"/>
              <a:buAutoNum type="arabicPeriod"/>
            </a:pPr>
            <a:endParaRPr lang="en-US" dirty="0"/>
          </a:p>
        </p:txBody>
      </p:sp>
      <p:pic>
        <p:nvPicPr>
          <p:cNvPr id="6" name="Picture 5" descr="Screen Clipping"/>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38200" y="4109384"/>
            <a:ext cx="3311760" cy="1527267"/>
          </a:xfrm>
          <a:prstGeom prst="rect">
            <a:avLst/>
          </a:prstGeom>
          <a:noFill/>
        </p:spPr>
      </p:pic>
    </p:spTree>
    <p:extLst>
      <p:ext uri="{BB962C8B-B14F-4D97-AF65-F5344CB8AC3E}">
        <p14:creationId xmlns:p14="http://schemas.microsoft.com/office/powerpoint/2010/main" val="229085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68</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HUMONGOUS CAR INSURANCE</vt:lpstr>
      <vt:lpstr>INTRODUCTION</vt:lpstr>
      <vt:lpstr>SUCCESSFUL CAMPAIGNS 2015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HUMONGOUS CAR INSURANCE</dc:title>
  <dc:creator>Admin</dc:creator>
  <cp:lastModifiedBy>Admin</cp:lastModifiedBy>
  <cp:revision>2</cp:revision>
  <dcterms:created xsi:type="dcterms:W3CDTF">2019-06-21T03:26:25Z</dcterms:created>
  <dcterms:modified xsi:type="dcterms:W3CDTF">2019-06-21T03:42:12Z</dcterms:modified>
</cp:coreProperties>
</file>