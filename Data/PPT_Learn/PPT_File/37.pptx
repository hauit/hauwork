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oction" id="{BEDC6807-83E7-4E6C-9E65-F34CDE797ACD}">
          <p14:sldIdLst>
            <p14:sldId id="259"/>
            <p14:sldId id="260"/>
            <p14:sldId id="258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7834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65093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99874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2564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90355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71418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0025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5869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5962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1818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heel spokes="1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F82C1D-D1AC-3C7F-2D7B-5E09B4EF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836" y="2166364"/>
            <a:ext cx="4106488" cy="1739347"/>
          </a:xfrm>
        </p:spPr>
        <p:txBody>
          <a:bodyPr>
            <a:noAutofit/>
          </a:bodyPr>
          <a:lstStyle/>
          <a:p>
            <a:r>
              <a:rPr lang="en-US" sz="4400" dirty="0"/>
              <a:t>First up</a:t>
            </a:r>
            <a:br>
              <a:rPr lang="en-US" sz="4400" dirty="0"/>
            </a:br>
            <a:r>
              <a:rPr lang="en-US" sz="4400" dirty="0"/>
              <a:t>consultants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14BE154E-C52B-3466-306F-FD2B6BDC1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836" y="3996250"/>
            <a:ext cx="4339244" cy="1309255"/>
          </a:xfrm>
        </p:spPr>
        <p:txBody>
          <a:bodyPr/>
          <a:lstStyle/>
          <a:p>
            <a:r>
              <a:rPr lang="en-US" dirty="0"/>
              <a:t>Technology Specialists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730836" cy="68839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68990" y="5910083"/>
            <a:ext cx="3462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0575377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8265611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CDE67-50E5-C93C-622A-B7A2587B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6BD9F3-1451-9870-79F9-5D59BA09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231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B57DF68-9008-45DD-32E4-CA731DE8D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0553" y="2116489"/>
            <a:ext cx="5691447" cy="1739347"/>
          </a:xfrm>
        </p:spPr>
        <p:txBody>
          <a:bodyPr/>
          <a:lstStyle/>
          <a:p>
            <a:r>
              <a:rPr lang="en-US" dirty="0"/>
              <a:t>Specialties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5DF7B6D3-0512-A961-0E5E-7C668772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5370022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Networking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Security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Administration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Application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565091421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88E66BB-1E06-0EEE-9CC9-366024F7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team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BB5FCAC-4C13-7059-9D3B-F4E0A00918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Adam Carter, Manager </a:t>
            </a:r>
          </a:p>
          <a:p>
            <a:r>
              <a:rPr lang="en-US" dirty="0"/>
              <a:t>Sofia Ferreira, Networking specialist</a:t>
            </a:r>
          </a:p>
          <a:p>
            <a:r>
              <a:rPr lang="en-US" dirty="0"/>
              <a:t>Terri </a:t>
            </a:r>
            <a:r>
              <a:rPr lang="en-US" dirty="0" err="1"/>
              <a:t>Chudzik</a:t>
            </a:r>
            <a:r>
              <a:rPr lang="en-US" dirty="0"/>
              <a:t>, Security specialist</a:t>
            </a:r>
          </a:p>
          <a:p>
            <a:r>
              <a:rPr lang="en-US" dirty="0"/>
              <a:t>Matthew </a:t>
            </a:r>
            <a:r>
              <a:rPr lang="en-US" dirty="0" err="1"/>
              <a:t>Hink</a:t>
            </a:r>
            <a:r>
              <a:rPr lang="en-US" dirty="0"/>
              <a:t>, Database administration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54A0EDA0-3618-029A-BF7E-C47FEC0A69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Flemming</a:t>
            </a:r>
            <a:r>
              <a:rPr lang="en-US" dirty="0"/>
              <a:t>  Nielsen, Web programming</a:t>
            </a:r>
          </a:p>
          <a:p>
            <a:r>
              <a:rPr lang="en-US" dirty="0"/>
              <a:t>Dorena </a:t>
            </a:r>
            <a:r>
              <a:rPr lang="en-US" dirty="0" err="1"/>
              <a:t>Paschke</a:t>
            </a:r>
            <a:r>
              <a:rPr lang="en-US" dirty="0"/>
              <a:t>, Web programming</a:t>
            </a:r>
          </a:p>
          <a:p>
            <a:r>
              <a:rPr lang="en-US" dirty="0"/>
              <a:t>Andy Teal, Application programming</a:t>
            </a:r>
          </a:p>
          <a:p>
            <a:r>
              <a:rPr lang="en-US" dirty="0"/>
              <a:t>Lee </a:t>
            </a:r>
            <a:r>
              <a:rPr lang="en-US" dirty="0" err="1"/>
              <a:t>Theng</a:t>
            </a:r>
            <a:r>
              <a:rPr lang="en-US" dirty="0"/>
              <a:t> Chia, Training</a:t>
            </a:r>
          </a:p>
        </p:txBody>
      </p:sp>
    </p:spTree>
    <p:extLst>
      <p:ext uri="{BB962C8B-B14F-4D97-AF65-F5344CB8AC3E}">
        <p14:creationId xmlns:p14="http://schemas.microsoft.com/office/powerpoint/2010/main" val="205020915"/>
      </p:ext>
    </p:extLst>
  </p:cSld>
  <p:clrMapOvr>
    <a:masterClrMapping/>
  </p:clrMapOvr>
  <p:transition spd="slow">
    <p:wheel spokes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30</TotalTime>
  <Words>58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Tahoma</vt:lpstr>
      <vt:lpstr>Verdana</vt:lpstr>
      <vt:lpstr>Wingdings</vt:lpstr>
      <vt:lpstr>Banded</vt:lpstr>
      <vt:lpstr>First up consultants</vt:lpstr>
      <vt:lpstr>Mission</vt:lpstr>
      <vt:lpstr>Goals</vt:lpstr>
      <vt:lpstr>Specialties</vt:lpstr>
      <vt:lpstr>Consulting team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2023-09-14T01:03:58Z</dcterms:created>
  <dcterms:modified xsi:type="dcterms:W3CDTF">2024-08-07T01:23:19Z</dcterms:modified>
</cp:coreProperties>
</file>