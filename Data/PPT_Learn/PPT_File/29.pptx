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9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3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A19375-BA90-60D8-711B-BFB343278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F432E36-2BC1-E81F-867B-A1A9C2AF3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3665B2-B681-557E-FF2C-42B89E0D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259D25-C8BD-1AC3-D24E-65DFEB4B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E892BD-503D-E340-5841-A71F8841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E381C6-9130-BBD8-BC10-2303CEDE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E9105-7FCC-7865-7FA9-03FD7A0B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EA70A4-4FA3-58FC-5B16-C7E10E37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D78057-8C48-3253-5F88-7199C765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E88CEC-1280-6B69-2862-382D5B9C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0F023-EBAC-78B5-75C5-5BB38750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67E2BF2-95B2-ED5B-0FF0-4A5AF12F3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000535-6B30-C3F7-2954-C2BB9C5A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B898B1-C154-6636-4302-88FBDE21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AB97F68-3642-B78A-2D09-34BC3D5C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5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A729A9-D199-6391-1BC0-324D2936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B131E4-6F28-F78F-26C4-77A928B0D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CDF6402-B3E2-8FBB-415A-98BFE495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F94F218-B131-730D-B0B9-B3E282EB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3426E11-4060-9C63-30A9-361FD5C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C00798-4D6E-BE51-BCBC-D305B01B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F10CED-7681-3EA7-4FA0-0190CEB5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3DD5F1-B0BD-EF70-2100-8E7E170E5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52A208-E5C6-1789-215D-3851EDCE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CFC8032-7CD9-5376-9A2F-78727755E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A91309E-6CF7-7F0A-CEE7-1F30A2BFF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665801-2ECF-8A71-CEED-6B9CBFDB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FEB44C0-121C-6F74-A725-B2DE0AD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A683163-2891-5C20-B22A-DF755245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1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08BC7-516A-5A05-74B4-804CAD8D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EC8B97A-8321-0AEC-A8F0-B325947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5A7867C-72B6-26C7-FE9A-CD791757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1C1F4EA-EBD2-5671-16D3-CBB97491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6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14BF848-71FF-B69E-E05D-388FD381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B0CFBA-87EA-BCC0-CDE4-07FEC868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70F1B5-5DE1-88A5-4F23-4166E6D0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0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10F82-8AB1-8E52-2D92-CDA871CF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5492FF-DE8A-BDB0-803C-689A9BF0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E6AFB79-4397-5047-AD66-B46E4E2D3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5459977-E118-0FB9-F754-08E03655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3F17A0-8554-8996-A2A4-B89DC9E7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360DC4-126F-73C7-A1C6-E09D0409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B46D0F-4A05-1407-0366-427CBE57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83B3CD8-AE69-6BA4-1B7C-2EF97946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7D26975-298D-FCA7-84D0-CCBAD79A0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991C9F4-7046-CD4B-D183-C59BAE26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E6FBD1-02B2-480D-C6A2-B7E4AD2F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3655FE-D832-8022-2999-3BD92232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9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F76727-E16D-7E9A-1B46-213C4E8C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646ABE4-68C9-EC7E-7E61-D7409793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6D1548-AA04-669B-F6EE-E49F5E27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F6961E5-EB5D-A2BA-BD07-7CE0E1FF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526A2DD-C86F-9D02-0E70-4D82D4D7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7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153709F-D9D5-7FF0-2C18-155BCA674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26AD49A-E34C-2FFF-25AD-9F2A5F54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3959D0-2330-4424-7D9C-3C956BDC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3863563-8083-758A-29C3-F6535DFC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D2A29E8-A58D-23AF-ACF8-8FD3426F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D12AC19-C182-89AC-E600-0F56C37C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62F311-AE78-F3AC-A431-73368AAD2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1BC818-02F8-6FF9-11EB-E2517B45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32693-48B5-49C3-AA51-43C9BC0BDF86}" type="datetimeFigureOut">
              <a:rPr lang="en-US" smtClean="0"/>
              <a:t>29-07-2024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AB64C3-FFD5-2844-B7C6-EF8480C98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90FB88-B167-D990-2A8B-2FA369CE3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E1E1F-07F2-87F3-70E3-6DE1B5E93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066" y="426936"/>
            <a:ext cx="4023360" cy="2387600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Bellows College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1A157E-4ED5-F884-A9C6-5ADCA5B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066" y="2814536"/>
            <a:ext cx="4023360" cy="377845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New Student Clubs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4" y="426936"/>
            <a:ext cx="5735864" cy="61660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033763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A5DE07-1309-FCC5-4535-27633D23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Student Clubs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44995E-0B30-4D19-CA75-941CC3702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526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903BCB-C1F8-4D9C-114C-09D7613D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2EAAAE-2DDD-C92F-F5BE-1952C559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756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C64982-19E6-9B2F-ADC2-763258B3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055" y="365125"/>
            <a:ext cx="5624945" cy="1325563"/>
          </a:xfrm>
        </p:spPr>
        <p:txBody>
          <a:bodyPr/>
          <a:lstStyle/>
          <a:p>
            <a:pPr algn="ctr"/>
            <a:r>
              <a:rPr lang="en-US" dirty="0"/>
              <a:t>Dance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92842B-955E-6D28-F172-AB6E3406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7956" y="2378168"/>
            <a:ext cx="4092632" cy="34164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Open </a:t>
            </a:r>
            <a:r>
              <a:rPr lang="en-US" sz="2000" dirty="0"/>
              <a:t>to all dance levels and styles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Classes are Wednesday evening </a:t>
            </a:r>
            <a:endParaRPr lang="en-US" sz="2000" dirty="0"/>
          </a:p>
          <a:p>
            <a:r>
              <a:rPr lang="en-US" sz="2000" dirty="0"/>
              <a:t>Classes are in June</a:t>
            </a:r>
          </a:p>
          <a:p>
            <a:r>
              <a:rPr lang="en-US" sz="2000" dirty="0" smtClean="0"/>
              <a:t>Membership </a:t>
            </a:r>
            <a:r>
              <a:rPr lang="en-US" sz="2000" dirty="0"/>
              <a:t>is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34992" y="1367522"/>
            <a:ext cx="3618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 art of dance to promote community, respect, and openness.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4274"/>
            <a:ext cx="6402115" cy="68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952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BEB2E1-EFCE-6281-84DF-40854D37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9AB991-B560-210A-5CA0-0D6A526C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769"/>
            <a:ext cx="6410498" cy="4686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Practice, play, live an </a:t>
            </a:r>
            <a:r>
              <a:rPr lang="en-US" dirty="0" smtClean="0"/>
              <a:t>learn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528" y="2224686"/>
            <a:ext cx="3089391" cy="38088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6785" y="2527069"/>
            <a:ext cx="2410691" cy="28928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126576" y="2527068"/>
            <a:ext cx="2410691" cy="2892829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Open to students who want to foster unity through music listening, practicing, performances, activities, and trip.</a:t>
            </a:r>
          </a:p>
        </p:txBody>
      </p:sp>
    </p:spTree>
    <p:extLst>
      <p:ext uri="{BB962C8B-B14F-4D97-AF65-F5344CB8AC3E}">
        <p14:creationId xmlns:p14="http://schemas.microsoft.com/office/powerpoint/2010/main" val="28303903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CE9AA0-96D3-82CE-5656-7BA4A7E3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704" y="365125"/>
            <a:ext cx="3840683" cy="132556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Athletic Club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4080" y="365123"/>
            <a:ext cx="6526544" cy="584617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7514704" y="1681163"/>
            <a:ext cx="3840684" cy="823912"/>
          </a:xfrm>
          <a:solidFill>
            <a:schemeClr val="bg2">
              <a:lumMod val="25000"/>
            </a:schemeClr>
          </a:solidFill>
        </p:spPr>
        <p:txBody>
          <a:bodyPr anchor="ctr">
            <a:normAutofit fontScale="925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Promote health and wiliness through sports and movement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514704" y="2554950"/>
            <a:ext cx="3840684" cy="3684588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Open </a:t>
            </a:r>
            <a:r>
              <a:rPr lang="en-US" dirty="0">
                <a:solidFill>
                  <a:schemeClr val="bg1"/>
                </a:solidFill>
              </a:rPr>
              <a:t>to students of all levels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Competitive </a:t>
            </a:r>
            <a:r>
              <a:rPr lang="en-US" dirty="0">
                <a:solidFill>
                  <a:schemeClr val="bg1"/>
                </a:solidFill>
              </a:rPr>
              <a:t>and non-competitive play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Free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Swimer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151" y="3988875"/>
            <a:ext cx="2708031" cy="1670539"/>
          </a:xfrm>
          <a:prstGeom prst="rect">
            <a:avLst/>
          </a:prstGeom>
        </p:spPr>
      </p:pic>
      <p:pic>
        <p:nvPicPr>
          <p:cNvPr id="7" name="Yogaer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7891" y="3004137"/>
            <a:ext cx="2303586" cy="2655277"/>
          </a:xfrm>
          <a:prstGeom prst="rect">
            <a:avLst/>
          </a:prstGeom>
        </p:spPr>
      </p:pic>
      <p:pic>
        <p:nvPicPr>
          <p:cNvPr id="11" name="Runer"/>
          <p:cNvPicPr>
            <a:picLocks noChangeAspect="1"/>
          </p:cNvPicPr>
          <p:nvPr/>
        </p:nvPicPr>
        <p:blipFill rotWithShape="1">
          <a:blip r:embed="rId2"/>
          <a:srcRect l="7181" t="9789" r="51056" b="46897"/>
          <a:stretch/>
        </p:blipFill>
        <p:spPr>
          <a:xfrm>
            <a:off x="985593" y="939981"/>
            <a:ext cx="2725616" cy="2532185"/>
          </a:xfrm>
          <a:prstGeom prst="rect">
            <a:avLst/>
          </a:prstGeom>
        </p:spPr>
      </p:pic>
      <p:pic>
        <p:nvPicPr>
          <p:cNvPr id="12" name="Soccer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7891" y="922459"/>
            <a:ext cx="2286001" cy="158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693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2205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94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Bellows College</vt:lpstr>
      <vt:lpstr>New Student Clubs</vt:lpstr>
      <vt:lpstr>PowerPoint Presentation</vt:lpstr>
      <vt:lpstr>Dance Club</vt:lpstr>
      <vt:lpstr>Music Club</vt:lpstr>
      <vt:lpstr>Athletic Club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8</cp:revision>
  <dcterms:created xsi:type="dcterms:W3CDTF">2023-09-14T01:05:57Z</dcterms:created>
  <dcterms:modified xsi:type="dcterms:W3CDTF">2024-07-29T08:20:18Z</dcterms:modified>
</cp:coreProperties>
</file>