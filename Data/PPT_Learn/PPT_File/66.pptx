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Profit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Sheet1!$A$2:$A$6</c:f>
              <c:strCache>
                <c:ptCount val="5"/>
                <c:pt idx="0">
                  <c:v>Entry</c:v>
                </c:pt>
                <c:pt idx="1">
                  <c:v>Scrubbing</c:v>
                </c:pt>
                <c:pt idx="2">
                  <c:v>Mining</c:v>
                </c:pt>
                <c:pt idx="3">
                  <c:v>Resale</c:v>
                </c:pt>
                <c:pt idx="4">
                  <c:v>Backup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4</c:v>
                </c:pt>
                <c:pt idx="2">
                  <c:v>12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81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2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7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7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7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7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2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4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8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9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53C95-27B7-4263-B579-0F79E8A5F67D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E11-96B1-4D9C-88FE-93DDDAA91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3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1285875"/>
            <a:ext cx="96107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96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70" y="320040"/>
            <a:ext cx="10604238" cy="527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5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15" y="376237"/>
            <a:ext cx="9467850" cy="1304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0" y="2349817"/>
            <a:ext cx="29146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8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104900"/>
            <a:ext cx="94678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1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881062"/>
            <a:ext cx="95154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6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BY SERVICE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70142" y="3010486"/>
            <a:ext cx="374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need this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2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1114425"/>
            <a:ext cx="94964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88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397302617"/>
              </p:ext>
            </p:extLst>
          </p:nvPr>
        </p:nvGraphicFramePr>
        <p:xfrm>
          <a:off x="2236762" y="2222695"/>
          <a:ext cx="7303419" cy="4462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17" y="536111"/>
            <a:ext cx="1147762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4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1452562"/>
            <a:ext cx="961072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37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REVENUE BY SERVICE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2019-07-15T14:32:17Z</dcterms:created>
  <dcterms:modified xsi:type="dcterms:W3CDTF">2019-07-16T03:03:50Z</dcterms:modified>
</cp:coreProperties>
</file>