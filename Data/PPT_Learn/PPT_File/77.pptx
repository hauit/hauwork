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="" xmlns:a16="http://schemas.microsoft.com/office/drawing/2014/main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="" xmlns:a16="http://schemas.microsoft.com/office/drawing/2014/main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01D382-32B0-43EE-932C-28906AF3761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586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7</cp:revision>
  <dcterms:created xsi:type="dcterms:W3CDTF">2018-06-09T00:36:35Z</dcterms:created>
  <dcterms:modified xsi:type="dcterms:W3CDTF">2020-09-03T03:08:44Z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