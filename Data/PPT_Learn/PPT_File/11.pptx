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102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B982E45D-6F9C-4D76-8601-81294C62A14F}" type="datetimeFigureOut">
              <a:rPr lang="en-US" smtClean="0"/>
              <a:t>07-08-2024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E18E6062-2767-413E-A909-9852C38F2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800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2E45D-6F9C-4D76-8601-81294C62A14F}" type="datetimeFigureOut">
              <a:rPr lang="en-US" smtClean="0"/>
              <a:t>07-08-2024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E6062-2767-413E-A909-9852C38F2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047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2E45D-6F9C-4D76-8601-81294C62A14F}" type="datetimeFigureOut">
              <a:rPr lang="en-US" smtClean="0"/>
              <a:t>07-08-2024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E6062-2767-413E-A909-9852C38F2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653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2E45D-6F9C-4D76-8601-81294C62A14F}" type="datetimeFigureOut">
              <a:rPr lang="en-US" smtClean="0"/>
              <a:t>07-08-2024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E6062-2767-413E-A909-9852C38F2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13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2E45D-6F9C-4D76-8601-81294C62A14F}" type="datetimeFigureOut">
              <a:rPr lang="en-US" smtClean="0"/>
              <a:t>07-08-2024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E6062-2767-413E-A909-9852C38F2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40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2E45D-6F9C-4D76-8601-81294C62A14F}" type="datetimeFigureOut">
              <a:rPr lang="en-US" smtClean="0"/>
              <a:t>07-08-2024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E6062-2767-413E-A909-9852C38F2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370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2E45D-6F9C-4D76-8601-81294C62A14F}" type="datetimeFigureOut">
              <a:rPr lang="en-US" smtClean="0"/>
              <a:t>07-08-2024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E6062-2767-413E-A909-9852C38F2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070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2E45D-6F9C-4D76-8601-81294C62A14F}" type="datetimeFigureOut">
              <a:rPr lang="en-US" smtClean="0"/>
              <a:t>07-08-2024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E6062-2767-413E-A909-9852C38F2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190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2E45D-6F9C-4D76-8601-81294C62A14F}" type="datetimeFigureOut">
              <a:rPr lang="en-US" smtClean="0"/>
              <a:t>07-08-2024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E6062-2767-413E-A909-9852C38F2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429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2E45D-6F9C-4D76-8601-81294C62A14F}" type="datetimeFigureOut">
              <a:rPr lang="en-US" smtClean="0"/>
              <a:t>07-08-2024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E6062-2767-413E-A909-9852C38F2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962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2E45D-6F9C-4D76-8601-81294C62A14F}" type="datetimeFigureOut">
              <a:rPr lang="en-US" smtClean="0"/>
              <a:t>07-08-2024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E6062-2767-413E-A909-9852C38F2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3861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2E45D-6F9C-4D76-8601-81294C62A14F}" type="datetimeFigureOut">
              <a:rPr lang="en-US" smtClean="0"/>
              <a:t>07-08-2024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E6062-2767-413E-A909-9852C38F2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2834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2E45D-6F9C-4D76-8601-81294C62A14F}" type="datetimeFigureOut">
              <a:rPr lang="en-US" smtClean="0"/>
              <a:t>07-08-2024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E6062-2767-413E-A909-9852C38F2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3343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2E45D-6F9C-4D76-8601-81294C62A14F}" type="datetimeFigureOut">
              <a:rPr lang="en-US" smtClean="0"/>
              <a:t>07-08-2024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E6062-2767-413E-A909-9852C38F2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4791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2E45D-6F9C-4D76-8601-81294C62A14F}" type="datetimeFigureOut">
              <a:rPr lang="en-US" smtClean="0"/>
              <a:t>07-08-2024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E6062-2767-413E-A909-9852C38F2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1691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B982E45D-6F9C-4D76-8601-81294C62A14F}" type="datetimeFigureOut">
              <a:rPr lang="en-US" smtClean="0"/>
              <a:t>07-08-2024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E6062-2767-413E-A909-9852C38F2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947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B982E45D-6F9C-4D76-8601-81294C62A14F}" type="datetimeFigureOut">
              <a:rPr lang="en-US" smtClean="0"/>
              <a:t>07-08-2024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E6062-2767-413E-A909-9852C38F2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684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B982E45D-6F9C-4D76-8601-81294C62A14F}" type="datetimeFigureOut">
              <a:rPr lang="en-US" smtClean="0"/>
              <a:t>07-08-2024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E18E6062-2767-413E-A909-9852C38F2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594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6FC2A70-63F4-4FBF-13B6-9066A82861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Margie’s Travel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48810D25-9FF7-E1FE-5CA3-8603785B9D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Adventure Awaits</a:t>
            </a:r>
          </a:p>
        </p:txBody>
      </p:sp>
      <p:sp>
        <p:nvSpPr>
          <p:cNvPr id="4" name="Sun 3">
            <a:extLst>
              <a:ext uri="{FF2B5EF4-FFF2-40B4-BE49-F238E27FC236}">
                <a16:creationId xmlns:a16="http://schemas.microsoft.com/office/drawing/2014/main" xmlns="" id="{34B8CAF8-6F56-922C-9F33-48CF2C33F789}"/>
              </a:ext>
            </a:extLst>
          </p:cNvPr>
          <p:cNvSpPr/>
          <p:nvPr/>
        </p:nvSpPr>
        <p:spPr>
          <a:xfrm>
            <a:off x="1065565" y="729192"/>
            <a:ext cx="2517422" cy="2246489"/>
          </a:xfrm>
          <a:prstGeom prst="sun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191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258C2D5-19FC-8702-40F3-DD830D059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Travel Destinations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22E653C-355A-6192-E2B7-F58D69102A2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Australia</a:t>
            </a:r>
            <a:endParaRPr lang="en-US" dirty="0"/>
          </a:p>
          <a:p>
            <a:r>
              <a:rPr lang="en-US" dirty="0"/>
              <a:t>Mexico</a:t>
            </a:r>
          </a:p>
          <a:p>
            <a:r>
              <a:rPr lang="en-US" dirty="0"/>
              <a:t>Italy</a:t>
            </a:r>
          </a:p>
          <a:p>
            <a:r>
              <a:rPr lang="en-US" dirty="0"/>
              <a:t>France</a:t>
            </a:r>
          </a:p>
          <a:p>
            <a:r>
              <a:rPr lang="en-US" dirty="0"/>
              <a:t>Brazil</a:t>
            </a:r>
          </a:p>
          <a:p>
            <a:r>
              <a:rPr lang="en-US" dirty="0"/>
              <a:t>Singapore</a:t>
            </a:r>
          </a:p>
          <a:p>
            <a:r>
              <a:rPr lang="en-US" dirty="0"/>
              <a:t>Japan </a:t>
            </a:r>
          </a:p>
          <a:p>
            <a:r>
              <a:rPr lang="en-US" dirty="0"/>
              <a:t>Russia</a:t>
            </a:r>
          </a:p>
          <a:p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725319" y="2787650"/>
            <a:ext cx="5178004" cy="281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329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5897D37-CE2C-B6FB-945B-9123AC1CD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 Activities</a:t>
            </a:r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xmlns="" id="{FBC1E035-5306-97DA-3C83-7105530935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99303729"/>
              </p:ext>
            </p:extLst>
          </p:nvPr>
        </p:nvGraphicFramePr>
        <p:xfrm>
          <a:off x="1090708" y="2772834"/>
          <a:ext cx="4669368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4433">
                  <a:extLst>
                    <a:ext uri="{9D8B030D-6E8A-4147-A177-3AD203B41FA5}">
                      <a16:colId xmlns:a16="http://schemas.microsoft.com/office/drawing/2014/main" xmlns="" val="3026376571"/>
                    </a:ext>
                  </a:extLst>
                </a:gridCol>
                <a:gridCol w="1794935">
                  <a:extLst>
                    <a:ext uri="{9D8B030D-6E8A-4147-A177-3AD203B41FA5}">
                      <a16:colId xmlns:a16="http://schemas.microsoft.com/office/drawing/2014/main" xmlns="" val="40885632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Event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990655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Concert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$150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9511406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Festival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9930335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Theme Park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04945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Ski Ticket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$150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071300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City Tour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301973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Event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</a:t>
                      </a:r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281321062"/>
                  </a:ext>
                </a:extLst>
              </a:tr>
            </a:tbl>
          </a:graphicData>
        </a:graphic>
      </p:graphicFrame>
      <p:pic>
        <p:nvPicPr>
          <p:cNvPr id="6" name="Content Placeholder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9505" y="3149600"/>
            <a:ext cx="3132517" cy="17018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9637" y="3783012"/>
            <a:ext cx="3675063" cy="2509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565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38C7E09-89EB-6346-CA12-ED5F269C5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Price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vi-VN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xmlns="" id="{DAF0BD15-C279-29FD-967A-77406AC906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2565399"/>
              </p:ext>
            </p:extLst>
          </p:nvPr>
        </p:nvGraphicFramePr>
        <p:xfrm>
          <a:off x="1038580" y="2546350"/>
          <a:ext cx="5204175" cy="4292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4725">
                  <a:extLst>
                    <a:ext uri="{9D8B030D-6E8A-4147-A177-3AD203B41FA5}">
                      <a16:colId xmlns:a16="http://schemas.microsoft.com/office/drawing/2014/main" xmlns="" val="1329214881"/>
                    </a:ext>
                  </a:extLst>
                </a:gridCol>
                <a:gridCol w="1734725">
                  <a:extLst>
                    <a:ext uri="{9D8B030D-6E8A-4147-A177-3AD203B41FA5}">
                      <a16:colId xmlns:a16="http://schemas.microsoft.com/office/drawing/2014/main" xmlns="" val="3405959299"/>
                    </a:ext>
                  </a:extLst>
                </a:gridCol>
                <a:gridCol w="1734725">
                  <a:extLst>
                    <a:ext uri="{9D8B030D-6E8A-4147-A177-3AD203B41FA5}">
                      <a16:colId xmlns:a16="http://schemas.microsoft.com/office/drawing/2014/main" xmlns="" val="3835464596"/>
                    </a:ext>
                  </a:extLst>
                </a:gridCol>
              </a:tblGrid>
              <a:tr h="4565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Destination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Retail 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Margie’s Price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867033041"/>
                  </a:ext>
                </a:extLst>
              </a:tr>
              <a:tr h="45657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Australia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$4,000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$3,000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270970079"/>
                  </a:ext>
                </a:extLst>
              </a:tr>
              <a:tr h="4565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Mexico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$2,100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$1,900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867469074"/>
                  </a:ext>
                </a:extLst>
              </a:tr>
              <a:tr h="4565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Italy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$3,000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$2,800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266256178"/>
                  </a:ext>
                </a:extLst>
              </a:tr>
              <a:tr h="4565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France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$3,000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$2,750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35096344"/>
                  </a:ext>
                </a:extLst>
              </a:tr>
              <a:tr h="4565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Brazil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$2,700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$2,300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595667599"/>
                  </a:ext>
                </a:extLst>
              </a:tr>
              <a:tr h="4565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Singapore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$4,200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$3,700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479362254"/>
                  </a:ext>
                </a:extLst>
              </a:tr>
              <a:tr h="4565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Japan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$3,500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$3,100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775786816"/>
                  </a:ext>
                </a:extLst>
              </a:tr>
              <a:tr h="4565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Russia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$3,200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$3,100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745041878"/>
                  </a:ext>
                </a:extLst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92670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1F202A3-E7E8-FFB7-B2A5-04513323C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CE2B5B1-4DFA-8F38-9166-76C20B513F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7475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26</TotalTime>
  <Words>86</Words>
  <Application>Microsoft Office PowerPoint</Application>
  <PresentationFormat>Widescreen</PresentationFormat>
  <Paragraphs>54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Century Gothic</vt:lpstr>
      <vt:lpstr>Wingdings 3</vt:lpstr>
      <vt:lpstr>Ion Boardroom</vt:lpstr>
      <vt:lpstr>Margie’s Travel</vt:lpstr>
      <vt:lpstr>Travel Destinations</vt:lpstr>
      <vt:lpstr>Extra Activities</vt:lpstr>
      <vt:lpstr>Price comparison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Administrator</cp:lastModifiedBy>
  <cp:revision>5</cp:revision>
  <dcterms:created xsi:type="dcterms:W3CDTF">2023-09-14T00:41:34Z</dcterms:created>
  <dcterms:modified xsi:type="dcterms:W3CDTF">2024-08-07T05:21:44Z</dcterms:modified>
</cp:coreProperties>
</file>