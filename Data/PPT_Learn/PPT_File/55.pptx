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58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8" d="100"/>
          <a:sy n="58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0674616"/>
        <c:axId val="212520776"/>
      </c:barChart>
      <c:catAx>
        <c:axId val="2106746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212520776"/>
        <c:crosses val="autoZero"/>
        <c:auto val="1"/>
        <c:lblAlgn val="ctr"/>
        <c:lblOffset val="100"/>
        <c:noMultiLvlLbl val="0"/>
      </c:catAx>
      <c:valAx>
        <c:axId val="21252077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vi-VN"/>
          </a:p>
        </c:txPr>
        <c:crossAx val="2106746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vi-V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vi-V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D7F62A2-F54D-2592-85EB-D8950903CC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9E377B1-3928-949E-FAF7-45DDD5A5EC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EB495A0-50AF-0AC7-AE9D-8EA7F7224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670654E-5772-B8D0-7166-86D6574E6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1560AE7-5EB9-2187-3720-9D2408293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777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B747903-9F12-4434-89F4-D4DD8999D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3E39BB0-83C1-287B-3FBB-A7F8ECB73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0588D4C-7726-5D7D-7BCE-43A078D25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F602D98-9849-9D21-0FFF-DFCE8AB3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10DAC3D-31D9-C93A-283F-A7D306CE6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916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1295BE1-FFCC-1BF7-DE08-A6BFC36F0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98B87327-7431-B5E6-49F7-4A46E11E0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B2B1B3F9-9BB1-4D77-5952-BB9A4597F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B36EAFDD-F160-495A-C9D6-003861963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EFCAF4B-FB3C-81A3-7D45-A8EBA9246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8862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D8BCD20-64F7-A36C-BF6C-9E6CCB813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98EA26E-E5A3-0B4D-1F92-AE15E1613C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621277A1-98A3-F48C-8016-01851C3004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B6E1982D-FE72-B0FD-34BB-6CE55584A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DF4C59C6-E7C2-A7C2-AA6D-12A580D784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D6DABC6C-A2CE-A1F3-6E72-897D3BCAA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68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E7B6F03-B4F1-3B08-1000-637F974FA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CEEA7C9-965B-D69F-59DD-C06842A541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741F7E58-D71B-BDD3-3645-BA0064CF8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3D4BC88B-3605-BF70-58B8-EE9CC6B5DD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51F8EB53-469F-C28C-BE5C-650E61170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7E74AD06-E12F-68C5-04DA-A73ACD76AA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3E479F73-4562-F35B-5E48-7472E0B69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273C41B1-CF5D-13F2-F7F8-BAEF36562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7684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7B12AA0-FDA3-53BE-B8B6-B43BADBD3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C4C13FAC-C6CE-AAA0-E11A-E128EC9C8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B0CB4E0-E345-C573-4E33-14288360D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3FE6C03-3972-9D7E-2DDB-D7F875163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69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F7C0A994-B985-AD78-51A8-4437AF4AC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CA8FFDF9-3312-F9DE-D00B-4C92D49A89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291509DC-51D3-EA45-924E-4DE3DA015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28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574DCC7-E8E2-DB04-5295-92FBE2354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A77CE10-9E9E-5FCF-EF9D-3582D0F7F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5C6525A8-6BD4-5BA7-54A1-DD6075AFBD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61F4F413-CD23-C5C3-0BB7-78B65B1A6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18F1DB5-342A-F7DE-CD3D-8493EBC9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3B73F692-D0B5-C11B-A447-3B0731B35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186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27A300D-B824-4167-8FE7-1EC77D16F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3CAF37B8-5538-6A4B-1E9B-95886DBC65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0FAFE74-5ADA-3896-C8AE-CEC6D44E3E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0712E252-227B-DB97-5A27-16584E911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1735502-4077-B397-D946-0794FC09B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B930578-53F1-DCED-C3F4-85CA135E5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45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793FC3C-D1CD-8C43-4D48-1EEC15CA1E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5518A087-38CF-BB82-92E5-369D79DCB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D439A3E7-F6A5-5D12-B664-8A8A2BE28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F58363C-F06B-D6C3-A0B8-D427FE145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E4AD367-9D91-BD00-FFED-215763675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73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B05B6475-BF75-BB20-9BCD-BDFB0C352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86FE89AA-19BE-E244-C4DA-22D61257C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11BC71C2-C444-A78B-7660-EE0FA8A81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2E0D75-E513-4F45-AF8F-ECEB2C89E1CB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7AC3438-67BB-0532-C7D5-1DF9AC507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5CE6295-F24F-2C47-5722-1051B0D2D6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453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E0AAE620-4F8D-4AFB-68BF-253577B03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1B1323A9-5B5A-CE72-4EED-0961C8BFEE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67DC3E8-661D-14B9-1552-3A936E2A7F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2E0D75-E513-4F45-AF8F-ECEB2C89E1CB}" type="datetimeFigureOut">
              <a:rPr lang="en-US" smtClean="0"/>
              <a:t>13-02-2024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022C183-7EE8-19D0-CD49-BC8DF79312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F102C45-E334-9600-BD43-F83ED216D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B5CF30-F28F-48D3-8770-5754708810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232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E8AF031-FC01-0DF3-9011-CB1E0A6707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87" y="3602038"/>
            <a:ext cx="9144000" cy="2387600"/>
          </a:xfrm>
        </p:spPr>
        <p:txBody>
          <a:bodyPr/>
          <a:lstStyle/>
          <a:p>
            <a:pPr algn="l"/>
            <a:r>
              <a:rPr lang="en-US" dirty="0" err="1">
                <a:solidFill>
                  <a:schemeClr val="bg1"/>
                </a:solidFill>
              </a:rPr>
              <a:t>Fabrikam</a:t>
            </a:r>
            <a:r>
              <a:rPr lang="en-US" dirty="0">
                <a:solidFill>
                  <a:schemeClr val="bg1"/>
                </a:solidFill>
              </a:rPr>
              <a:t> Residences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635D23BC-0A46-4128-F1F7-F2D96665E1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87" y="5989638"/>
            <a:ext cx="9144000" cy="1655762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</a:rPr>
              <a:t>Colorful places to live and play</a:t>
            </a:r>
          </a:p>
        </p:txBody>
      </p:sp>
    </p:spTree>
    <p:extLst>
      <p:ext uri="{BB962C8B-B14F-4D97-AF65-F5344CB8AC3E}">
        <p14:creationId xmlns:p14="http://schemas.microsoft.com/office/powerpoint/2010/main" val="2933684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="" xmlns:a16="http://schemas.microsoft.com/office/drawing/2014/main" id="{08C985BE-A729-E45A-7537-1DD3026F6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Spectacular Two-Bedroom Apartments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Waterfront Views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980022" y="2600512"/>
            <a:ext cx="3758233" cy="3253772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Mountainside</a:t>
            </a:r>
            <a:endParaRPr lang="vi-VN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sz="quarter" idx="4"/>
          </p:nvPr>
        </p:nvPicPr>
        <p:blipFill>
          <a:blip r:embed="rId3"/>
          <a:stretch>
            <a:fillRect/>
          </a:stretch>
        </p:blipFill>
        <p:spPr>
          <a:xfrm>
            <a:off x="6172200" y="2716891"/>
            <a:ext cx="3696285" cy="3253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2200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3E03BDC-B6CE-4CA3-081F-BCE15FAB3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7ABB39E-7612-56C9-D424-A8FD2074E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3045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09E0951-00AF-927E-A2C4-B5649ADEC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83433" y="365125"/>
            <a:ext cx="4670366" cy="13255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8470F18-DF49-9530-66F1-93AB3EE30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35286" y="1825625"/>
            <a:ext cx="5418514" cy="4351338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259" y="365125"/>
            <a:ext cx="3758233" cy="3253772"/>
          </a:xfrm>
          <a:prstGeom prst="rect">
            <a:avLst/>
          </a:prstGeom>
        </p:spPr>
      </p:pic>
      <p:pic>
        <p:nvPicPr>
          <p:cNvPr id="5" name="Content Placeholder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316" y="3618897"/>
            <a:ext cx="4565073" cy="3136737"/>
          </a:xfrm>
          <a:prstGeom prst="rect">
            <a:avLst/>
          </a:prstGeom>
        </p:spPr>
      </p:pic>
      <p:sp>
        <p:nvSpPr>
          <p:cNvPr id="6" name="5-Point Star 5"/>
          <p:cNvSpPr/>
          <p:nvPr/>
        </p:nvSpPr>
        <p:spPr>
          <a:xfrm>
            <a:off x="4821382" y="365125"/>
            <a:ext cx="1562793" cy="1460500"/>
          </a:xfrm>
          <a:prstGeom prst="star5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389213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011588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31584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1A397C5-7FAA-7296-51BC-F1584A596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Beautiful City and </a:t>
            </a:r>
            <a:r>
              <a:rPr lang="en-US"/>
              <a:t>Country Locations</a:t>
            </a:r>
            <a:endParaRPr lang="en-US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05100"/>
            <a:ext cx="4565073" cy="313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556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21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Times New Roman</vt:lpstr>
      <vt:lpstr>Office Theme</vt:lpstr>
      <vt:lpstr>Fabrikam Residences</vt:lpstr>
      <vt:lpstr>Spectacular Two-Bedroom Apartments</vt:lpstr>
      <vt:lpstr>PowerPoint Presentation</vt:lpstr>
      <vt:lpstr>PowerPoint Presentation</vt:lpstr>
      <vt:lpstr>PowerPoint Presentation</vt:lpstr>
      <vt:lpstr>Beautiful City and Country Locations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Administrator</cp:lastModifiedBy>
  <cp:revision>5</cp:revision>
  <dcterms:created xsi:type="dcterms:W3CDTF">2023-09-14T01:14:45Z</dcterms:created>
  <dcterms:modified xsi:type="dcterms:W3CDTF">2024-02-13T08:43:52Z</dcterms:modified>
</cp:coreProperties>
</file>