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D8-460E-900B-07A87D440C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D8-460E-900B-07A87D440C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D8-460E-900B-07A87D440C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0674616"/>
        <c:axId val="212520776"/>
      </c:barChart>
      <c:catAx>
        <c:axId val="210674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520776"/>
        <c:crosses val="autoZero"/>
        <c:auto val="1"/>
        <c:lblAlgn val="ctr"/>
        <c:lblOffset val="100"/>
        <c:noMultiLvlLbl val="0"/>
      </c:catAx>
      <c:valAx>
        <c:axId val="212520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674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F62A2-F54D-2592-85EB-D8950903C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377B1-3928-949E-FAF7-45DDD5A5E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495A0-50AF-0AC7-AE9D-8EA7F7224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27/2/2025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0654E-5772-B8D0-7166-86D6574E6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60AE7-5EB9-2187-3720-9D2408293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77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7903-9F12-4434-89F4-D4DD8999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39BB0-83C1-287B-3FBB-A7F8ECB73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88D4C-7726-5D7D-7BCE-43A078D25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27/2/2025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02D98-9849-9D21-0FFF-DFCE8AB3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DAC3D-31D9-C93A-283F-A7D306CE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1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5BE1-FFCC-1BF7-DE08-A6BFC36F0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87327-7431-B5E6-49F7-4A46E11E0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1B3F9-9BB1-4D77-5952-BB9A4597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27/2/2025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EAFDD-F160-495A-C9D6-00386196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CAF4B-FB3C-81A3-7D45-A8EBA924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CD20-64F7-A36C-BF6C-9E6CCB813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EA26E-E5A3-0B4D-1F92-AE15E1613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277A1-98A3-F48C-8016-01851C300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1982D-FE72-B0FD-34BB-6CE55584A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27/2/2025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C59C6-E7C2-A7C2-AA6D-12A580D78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ABC6C-A2CE-A1F3-6E72-897D3BCA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8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6F03-B4F1-3B08-1000-637F974F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EA7C9-965B-D69F-59DD-C06842A54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F7E58-D71B-BDD3-3645-BA0064CF8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BC88B-3605-BF70-58B8-EE9CC6B5D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F8EB53-469F-C28C-BE5C-650E61170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4AD06-E12F-68C5-04DA-A73ACD76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27/2/2025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479F73-4562-F35B-5E48-7472E0B69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C41B1-CF5D-13F2-F7F8-BAEF36562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68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12AA0-FDA3-53BE-B8B6-B43BADBD3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13FAC-C6CE-AAA0-E11A-E128EC9C8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27/2/2025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0CB4E0-E345-C573-4E33-14288360D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E6C03-3972-9D7E-2DDB-D7F87516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C0A994-B985-AD78-51A8-4437AF4AC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27/2/2025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FFDF9-3312-F9DE-D00B-4C92D49A8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509DC-51D3-EA45-924E-4DE3DA01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DCC7-E8E2-DB04-5295-92FBE2354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7CE10-9E9E-5FCF-EF9D-3582D0F7F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525A8-6BD4-5BA7-54A1-DD6075AFB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4F413-CD23-C5C3-0BB7-78B65B1A6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27/2/2025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F1DB5-342A-F7DE-CD3D-8493EBC9E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3F692-D0B5-C11B-A447-3B0731B3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8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A300D-B824-4167-8FE7-1EC77D16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AF37B8-5538-6A4B-1E9B-95886DBC6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AFE74-5ADA-3896-C8AE-CEC6D44E3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2E252-227B-DB97-5A27-16584E91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27/2/2025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35502-4077-B397-D946-0794FC09B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0578-53F1-DCED-C3F4-85CA135E5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5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3FC3C-D1CD-8C43-4D48-1EEC15CA1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8A087-38CF-BB82-92E5-369D79DCB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9A3E7-F6A5-5D12-B664-8A8A2BE28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27/2/2025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8363C-F06B-D6C3-A0B8-D427FE145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AD367-9D91-BD00-FFED-21576367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3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B6475-BF75-BB20-9BCD-BDFB0C352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E89AA-19BE-E244-C4DA-22D61257C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C71C2-C444-A78B-7660-EE0FA8A8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27/2/2025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C3438-67BB-0532-C7D5-1DF9AC507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E6295-F24F-2C47-5722-1051B0D2D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4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AAE620-4F8D-4AFB-68BF-253577B03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323A9-5B5A-CE72-4EED-0961C8BFE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DC3E8-661D-14B9-1552-3A936E2A7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E0D75-E513-4F45-AF8F-ECEB2C89E1CB}" type="datetimeFigureOut">
              <a:rPr lang="en-US" smtClean="0"/>
              <a:t>27/2/2025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2C183-7EE8-19D0-CD49-BC8DF7931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02C45-E334-9600-BD43-F83ED216D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32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F031-FC01-0DF3-9011-CB1E0A670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87" y="3602038"/>
            <a:ext cx="9144000" cy="238760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bg1"/>
                </a:solidFill>
              </a:rPr>
              <a:t>Fabrikam</a:t>
            </a:r>
            <a:r>
              <a:rPr lang="en-US" dirty="0">
                <a:solidFill>
                  <a:schemeClr val="bg1"/>
                </a:solidFill>
              </a:rPr>
              <a:t> Residences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D23BC-0A46-4128-F1F7-F2D96665E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87" y="5989638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Colorful places to live and play</a:t>
            </a:r>
          </a:p>
        </p:txBody>
      </p:sp>
    </p:spTree>
    <p:extLst>
      <p:ext uri="{BB962C8B-B14F-4D97-AF65-F5344CB8AC3E}">
        <p14:creationId xmlns:p14="http://schemas.microsoft.com/office/powerpoint/2010/main" val="2933684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8C985BE-A729-E45A-7537-1DD3026F6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Spectacular Two-Bedroom Apartments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Waterfront Views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80022" y="2600512"/>
            <a:ext cx="3758233" cy="325377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Mountainside</a:t>
            </a:r>
            <a:endParaRPr lang="vi-V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716891"/>
            <a:ext cx="3696285" cy="325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2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3BDC-B6CE-4CA3-081F-BCE15FAB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Satisfaction 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BB39E-7612-56C9-D424-A8FD2074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04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E0951-00AF-927E-A2C4-B5649ADE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433" y="365125"/>
            <a:ext cx="4670366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0F18-DF49-9530-66F1-93AB3EE30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5286" y="1825625"/>
            <a:ext cx="5418514" cy="4351338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59" y="365125"/>
            <a:ext cx="3758233" cy="3253772"/>
          </a:xfrm>
          <a:prstGeom prst="rect">
            <a:avLst/>
          </a:prstGeom>
        </p:spPr>
      </p:pic>
      <p:pic>
        <p:nvPicPr>
          <p:cNvPr id="5" name="Content Placeholder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16" y="3618897"/>
            <a:ext cx="4565073" cy="3136737"/>
          </a:xfrm>
          <a:prstGeom prst="rect">
            <a:avLst/>
          </a:prstGeom>
        </p:spPr>
      </p:pic>
      <p:sp>
        <p:nvSpPr>
          <p:cNvPr id="6" name="5-Point Star 5"/>
          <p:cNvSpPr/>
          <p:nvPr/>
        </p:nvSpPr>
        <p:spPr>
          <a:xfrm>
            <a:off x="4821382" y="365125"/>
            <a:ext cx="1562793" cy="14605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89213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1158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31584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397C5-7FAA-7296-51BC-F1584A596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Beautiful City and </a:t>
            </a:r>
            <a:r>
              <a:rPr lang="en-US"/>
              <a:t>Country Locations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5100"/>
            <a:ext cx="4565073" cy="313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5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Fabrikam Residences</vt:lpstr>
      <vt:lpstr>Spectacular Two-Bedroom Apartments</vt:lpstr>
      <vt:lpstr>Customer Satisfaction Rating</vt:lpstr>
      <vt:lpstr>PowerPoint Presentation</vt:lpstr>
      <vt:lpstr>PowerPoint Presentation</vt:lpstr>
      <vt:lpstr>Beautiful City and Country Locations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2023-09-14T01:14:45Z</dcterms:created>
  <dcterms:modified xsi:type="dcterms:W3CDTF">2025-02-27T08:07:28Z</dcterms:modified>
</cp:coreProperties>
</file>