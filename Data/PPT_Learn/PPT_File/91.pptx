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10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27-07-2024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72599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27-07-2024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687439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6D44C3-54B6-44B7-8699-5873AFF2CC41}" type="datetimeFigureOut">
              <a:rPr lang="en-US" smtClean="0"/>
              <a:t>27-07-2024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43828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A6D44C3-54B6-44B7-8699-5873AFF2CC41}" type="datetimeFigureOut">
              <a:rPr lang="en-US" smtClean="0"/>
              <a:t>27-07-2024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288165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A6D44C3-54B6-44B7-8699-5873AFF2CC41}" type="datetimeFigureOut">
              <a:rPr lang="en-US" smtClean="0"/>
              <a:t>27-07-2024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3893844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6D44C3-54B6-44B7-8699-5873AFF2CC41}" type="datetimeFigureOut">
              <a:rPr lang="en-US" smtClean="0"/>
              <a:t>27-07-2024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439623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6D44C3-54B6-44B7-8699-5873AFF2CC41}" type="datetimeFigureOut">
              <a:rPr lang="en-US" smtClean="0"/>
              <a:t>27-07-2024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54120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6D44C3-54B6-44B7-8699-5873AFF2CC41}" type="datetimeFigureOut">
              <a:rPr lang="en-US" smtClean="0"/>
              <a:t>27-07-2024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226118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6D44C3-54B6-44B7-8699-5873AFF2CC41}" type="datetimeFigureOut">
              <a:rPr lang="en-US" smtClean="0"/>
              <a:t>27-07-2024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782646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27-07-2024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802297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6D44C3-54B6-44B7-8699-5873AFF2CC41}" type="datetimeFigureOut">
              <a:rPr lang="en-US" smtClean="0"/>
              <a:t>27-07-2024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D0889C-BD83-4D18-A913-DD052C75B5C2}" type="slidenum">
              <a:rPr lang="en-US" smtClean="0"/>
              <a:t>‹#›</a:t>
            </a:fld>
            <a:endParaRPr lang="en-US"/>
          </a:p>
        </p:txBody>
      </p:sp>
    </p:spTree>
    <p:extLst>
      <p:ext uri="{BB962C8B-B14F-4D97-AF65-F5344CB8AC3E}">
        <p14:creationId xmlns:p14="http://schemas.microsoft.com/office/powerpoint/2010/main" val="1005985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6D44C3-54B6-44B7-8699-5873AFF2CC41}" type="datetimeFigureOut">
              <a:rPr lang="en-US" smtClean="0"/>
              <a:t>27-07-2024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D0889C-BD83-4D18-A913-DD052C75B5C2}" type="slidenum">
              <a:rPr lang="en-US" smtClean="0"/>
              <a:t>‹#›</a:t>
            </a:fld>
            <a:endParaRPr lang="en-US"/>
          </a:p>
        </p:txBody>
      </p:sp>
    </p:spTree>
    <p:extLst>
      <p:ext uri="{BB962C8B-B14F-4D97-AF65-F5344CB8AC3E}">
        <p14:creationId xmlns:p14="http://schemas.microsoft.com/office/powerpoint/2010/main" val="695982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 Id="rId5" Type="http://schemas.openxmlformats.org/officeDocument/2006/relationships/image" Target="../media/image5.tmp"/><Relationship Id="rId4" Type="http://schemas.openxmlformats.org/officeDocument/2006/relationships/image" Target="../media/image4.tm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1243" y="4278336"/>
            <a:ext cx="4609514" cy="1487268"/>
          </a:xfrm>
        </p:spPr>
        <p:txBody>
          <a:bodyPr>
            <a:normAutofit/>
          </a:bodyPr>
          <a:lstStyle/>
          <a:p>
            <a:pPr algn="r"/>
            <a:r>
              <a:rPr lang="en-US" sz="4800" dirty="0" smtClean="0"/>
              <a:t>HUMONGOUS CAR INSURANCE</a:t>
            </a:r>
            <a:endParaRPr lang="en-US" sz="4800" dirty="0"/>
          </a:p>
        </p:txBody>
      </p:sp>
      <p:pic>
        <p:nvPicPr>
          <p:cNvPr id="4" name="Picture 3" descr="Screen Clipping"/>
          <p:cNvPicPr>
            <a:picLocks noChangeAspect="1"/>
          </p:cNvPicPr>
          <p:nvPr/>
        </p:nvPicPr>
        <p:blipFill rotWithShape="1">
          <a:blip r:embed="rId2" cstate="print">
            <a:extLst>
              <a:ext uri="{28A0092B-C50C-407E-A947-70E740481C1C}">
                <a14:useLocalDpi xmlns:a14="http://schemas.microsoft.com/office/drawing/2010/main" val="0"/>
              </a:ext>
            </a:extLst>
          </a:blip>
          <a:srcRect l="1322" t="3286" r="2606" b="32421"/>
          <a:stretch/>
        </p:blipFill>
        <p:spPr>
          <a:xfrm>
            <a:off x="1104314" y="534573"/>
            <a:ext cx="9983372" cy="3743763"/>
          </a:xfrm>
          <a:prstGeom prst="rect">
            <a:avLst/>
          </a:prstGeom>
        </p:spPr>
      </p:pic>
    </p:spTree>
    <p:extLst>
      <p:ext uri="{BB962C8B-B14F-4D97-AF65-F5344CB8AC3E}">
        <p14:creationId xmlns:p14="http://schemas.microsoft.com/office/powerpoint/2010/main" val="3692404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838200" y="1825625"/>
            <a:ext cx="10515600" cy="1040405"/>
          </a:xfrm>
        </p:spPr>
        <p:txBody>
          <a:bodyPr>
            <a:normAutofit lnSpcReduction="10000"/>
          </a:bodyPr>
          <a:lstStyle/>
          <a:p>
            <a:pPr marL="0" indent="0">
              <a:buNone/>
            </a:pPr>
            <a:r>
              <a:rPr lang="en-US" sz="2000" dirty="0" smtClean="0"/>
              <a:t>The quick brown fox jumps over the lazy dog. The quick brown fox jumps over the lazy dog. The quick brown fox jumps over the lazy dog. The quick brown fox jumps over the lazy dog. </a:t>
            </a:r>
          </a:p>
          <a:p>
            <a:pPr marL="0" indent="0">
              <a:buNone/>
            </a:pPr>
            <a:r>
              <a:rPr lang="en-US" sz="2000" dirty="0" smtClean="0"/>
              <a:t>The quick brown fox jumps over the lazy dog. </a:t>
            </a:r>
          </a:p>
        </p:txBody>
      </p:sp>
      <p:pic>
        <p:nvPicPr>
          <p:cNvPr id="4" name="Picture 3" descr="Screen Clipping"/>
          <p:cNvPicPr>
            <a:picLocks noChangeAspect="1"/>
          </p:cNvPicPr>
          <p:nvPr/>
        </p:nvPicPr>
        <p:blipFill rotWithShape="1">
          <a:blip r:embed="rId2">
            <a:extLst>
              <a:ext uri="{28A0092B-C50C-407E-A947-70E740481C1C}">
                <a14:useLocalDpi xmlns:a14="http://schemas.microsoft.com/office/drawing/2010/main" val="0"/>
              </a:ext>
            </a:extLst>
          </a:blip>
          <a:srcRect r="3436"/>
          <a:stretch/>
        </p:blipFill>
        <p:spPr>
          <a:xfrm>
            <a:off x="211791" y="5008098"/>
            <a:ext cx="2151581" cy="1420837"/>
          </a:xfrm>
          <a:prstGeom prst="rect">
            <a:avLst/>
          </a:prstGeom>
        </p:spPr>
      </p:pic>
      <p:pic>
        <p:nvPicPr>
          <p:cNvPr id="5" name="Picture 4"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2707" y="3545058"/>
            <a:ext cx="2441141" cy="1645921"/>
          </a:xfrm>
          <a:prstGeom prst="rect">
            <a:avLst/>
          </a:prstGeom>
        </p:spPr>
      </p:pic>
      <p:pic>
        <p:nvPicPr>
          <p:cNvPr id="6" name="Picture 5"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6788" y="3014604"/>
            <a:ext cx="2640270" cy="1766950"/>
          </a:xfrm>
          <a:prstGeom prst="rect">
            <a:avLst/>
          </a:prstGeom>
        </p:spPr>
      </p:pic>
      <p:pic>
        <p:nvPicPr>
          <p:cNvPr id="7" name="Picture 6"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50106" y="4096875"/>
            <a:ext cx="2362644" cy="1777031"/>
          </a:xfrm>
          <a:prstGeom prst="rect">
            <a:avLst/>
          </a:prstGeom>
        </p:spPr>
      </p:pic>
    </p:spTree>
    <p:extLst>
      <p:ext uri="{BB962C8B-B14F-4D97-AF65-F5344CB8AC3E}">
        <p14:creationId xmlns:p14="http://schemas.microsoft.com/office/powerpoint/2010/main" val="3216145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SUCCESSFUL CAMPAIGNS 2015</a:t>
            </a:r>
            <a:endParaRPr lang="en-US" dirty="0"/>
          </a:p>
        </p:txBody>
      </p:sp>
      <p:sp>
        <p:nvSpPr>
          <p:cNvPr id="5" name="Content Placeholder 4"/>
          <p:cNvSpPr>
            <a:spLocks noGrp="1"/>
          </p:cNvSpPr>
          <p:nvPr>
            <p:ph idx="1"/>
          </p:nvPr>
        </p:nvSpPr>
        <p:spPr/>
        <p:txBody>
          <a:bodyPr/>
          <a:lstStyle/>
          <a:p>
            <a:pPr marL="514350" indent="-514350">
              <a:buFont typeface="+mj-lt"/>
              <a:buAutoNum type="arabicPeriod"/>
            </a:pPr>
            <a:r>
              <a:rPr lang="en-US" dirty="0" smtClean="0"/>
              <a:t>20% of when you </a:t>
            </a:r>
          </a:p>
          <a:p>
            <a:pPr marL="514350" indent="-514350">
              <a:buFont typeface="+mj-lt"/>
              <a:buAutoNum type="arabicPeriod"/>
            </a:pPr>
            <a:r>
              <a:rPr lang="en-US" dirty="0" smtClean="0"/>
              <a:t>Free upgrade</a:t>
            </a:r>
          </a:p>
          <a:p>
            <a:pPr marL="514350" indent="-514350">
              <a:buFont typeface="+mj-lt"/>
              <a:buAutoNum type="arabicPeriod"/>
            </a:pPr>
            <a:r>
              <a:rPr lang="en-US" dirty="0" smtClean="0"/>
              <a:t>$50 gift card</a:t>
            </a:r>
          </a:p>
          <a:p>
            <a:pPr marL="514350" indent="-514350">
              <a:buFont typeface="+mj-lt"/>
              <a:buAutoNum type="arabicPeriod"/>
            </a:pPr>
            <a:endParaRPr lang="en-US" dirty="0"/>
          </a:p>
        </p:txBody>
      </p:sp>
      <p:sp>
        <p:nvSpPr>
          <p:cNvPr id="10" name="Freeform 9"/>
          <p:cNvSpPr/>
          <p:nvPr/>
        </p:nvSpPr>
        <p:spPr>
          <a:xfrm>
            <a:off x="838200" y="4239490"/>
            <a:ext cx="3546985" cy="947651"/>
          </a:xfrm>
          <a:custGeom>
            <a:avLst/>
            <a:gdLst>
              <a:gd name="connsiteX0" fmla="*/ 781396 w 3546985"/>
              <a:gd name="connsiteY0" fmla="*/ 515389 h 947651"/>
              <a:gd name="connsiteX1" fmla="*/ 698269 w 3546985"/>
              <a:gd name="connsiteY1" fmla="*/ 482138 h 947651"/>
              <a:gd name="connsiteX2" fmla="*/ 548640 w 3546985"/>
              <a:gd name="connsiteY2" fmla="*/ 515389 h 947651"/>
              <a:gd name="connsiteX3" fmla="*/ 498763 w 3546985"/>
              <a:gd name="connsiteY3" fmla="*/ 548640 h 947651"/>
              <a:gd name="connsiteX4" fmla="*/ 482138 w 3546985"/>
              <a:gd name="connsiteY4" fmla="*/ 598516 h 947651"/>
              <a:gd name="connsiteX5" fmla="*/ 448887 w 3546985"/>
              <a:gd name="connsiteY5" fmla="*/ 648393 h 947651"/>
              <a:gd name="connsiteX6" fmla="*/ 415636 w 3546985"/>
              <a:gd name="connsiteY6" fmla="*/ 748146 h 947651"/>
              <a:gd name="connsiteX7" fmla="*/ 399011 w 3546985"/>
              <a:gd name="connsiteY7" fmla="*/ 798022 h 947651"/>
              <a:gd name="connsiteX8" fmla="*/ 415636 w 3546985"/>
              <a:gd name="connsiteY8" fmla="*/ 897775 h 947651"/>
              <a:gd name="connsiteX9" fmla="*/ 465512 w 3546985"/>
              <a:gd name="connsiteY9" fmla="*/ 914400 h 947651"/>
              <a:gd name="connsiteX10" fmla="*/ 897774 w 3546985"/>
              <a:gd name="connsiteY10" fmla="*/ 897775 h 947651"/>
              <a:gd name="connsiteX11" fmla="*/ 931025 w 3546985"/>
              <a:gd name="connsiteY11" fmla="*/ 798022 h 947651"/>
              <a:gd name="connsiteX12" fmla="*/ 947651 w 3546985"/>
              <a:gd name="connsiteY12" fmla="*/ 748146 h 947651"/>
              <a:gd name="connsiteX13" fmla="*/ 931025 w 3546985"/>
              <a:gd name="connsiteY13" fmla="*/ 548640 h 947651"/>
              <a:gd name="connsiteX14" fmla="*/ 831272 w 3546985"/>
              <a:gd name="connsiteY14" fmla="*/ 515389 h 947651"/>
              <a:gd name="connsiteX15" fmla="*/ 781396 w 3546985"/>
              <a:gd name="connsiteY15" fmla="*/ 498764 h 947651"/>
              <a:gd name="connsiteX16" fmla="*/ 615142 w 3546985"/>
              <a:gd name="connsiteY16" fmla="*/ 532015 h 947651"/>
              <a:gd name="connsiteX17" fmla="*/ 515389 w 3546985"/>
              <a:gd name="connsiteY17" fmla="*/ 581891 h 947651"/>
              <a:gd name="connsiteX18" fmla="*/ 465512 w 3546985"/>
              <a:gd name="connsiteY18" fmla="*/ 615142 h 947651"/>
              <a:gd name="connsiteX19" fmla="*/ 415636 w 3546985"/>
              <a:gd name="connsiteY19" fmla="*/ 631767 h 947651"/>
              <a:gd name="connsiteX20" fmla="*/ 0 w 3546985"/>
              <a:gd name="connsiteY20" fmla="*/ 615142 h 947651"/>
              <a:gd name="connsiteX21" fmla="*/ 66502 w 3546985"/>
              <a:gd name="connsiteY21" fmla="*/ 515389 h 947651"/>
              <a:gd name="connsiteX22" fmla="*/ 99752 w 3546985"/>
              <a:gd name="connsiteY22" fmla="*/ 399011 h 947651"/>
              <a:gd name="connsiteX23" fmla="*/ 199505 w 3546985"/>
              <a:gd name="connsiteY23" fmla="*/ 332509 h 947651"/>
              <a:gd name="connsiteX24" fmla="*/ 249382 w 3546985"/>
              <a:gd name="connsiteY24" fmla="*/ 299258 h 947651"/>
              <a:gd name="connsiteX25" fmla="*/ 315883 w 3546985"/>
              <a:gd name="connsiteY25" fmla="*/ 199506 h 947651"/>
              <a:gd name="connsiteX26" fmla="*/ 349134 w 3546985"/>
              <a:gd name="connsiteY26" fmla="*/ 149629 h 947651"/>
              <a:gd name="connsiteX27" fmla="*/ 681643 w 3546985"/>
              <a:gd name="connsiteY27" fmla="*/ 166255 h 947651"/>
              <a:gd name="connsiteX28" fmla="*/ 698269 w 3546985"/>
              <a:gd name="connsiteY28" fmla="*/ 116378 h 947651"/>
              <a:gd name="connsiteX29" fmla="*/ 748145 w 3546985"/>
              <a:gd name="connsiteY29" fmla="*/ 83127 h 947651"/>
              <a:gd name="connsiteX30" fmla="*/ 781396 w 3546985"/>
              <a:gd name="connsiteY30" fmla="*/ 33251 h 947651"/>
              <a:gd name="connsiteX31" fmla="*/ 864523 w 3546985"/>
              <a:gd name="connsiteY31" fmla="*/ 16626 h 947651"/>
              <a:gd name="connsiteX32" fmla="*/ 914400 w 3546985"/>
              <a:gd name="connsiteY32" fmla="*/ 0 h 947651"/>
              <a:gd name="connsiteX33" fmla="*/ 1130531 w 3546985"/>
              <a:gd name="connsiteY33" fmla="*/ 33251 h 947651"/>
              <a:gd name="connsiteX34" fmla="*/ 1180407 w 3546985"/>
              <a:gd name="connsiteY34" fmla="*/ 49876 h 947651"/>
              <a:gd name="connsiteX35" fmla="*/ 2759825 w 3546985"/>
              <a:gd name="connsiteY35" fmla="*/ 83127 h 947651"/>
              <a:gd name="connsiteX36" fmla="*/ 2859578 w 3546985"/>
              <a:gd name="connsiteY36" fmla="*/ 182880 h 947651"/>
              <a:gd name="connsiteX37" fmla="*/ 2942705 w 3546985"/>
              <a:gd name="connsiteY37" fmla="*/ 232756 h 947651"/>
              <a:gd name="connsiteX38" fmla="*/ 3042458 w 3546985"/>
              <a:gd name="connsiteY38" fmla="*/ 299258 h 947651"/>
              <a:gd name="connsiteX39" fmla="*/ 3092334 w 3546985"/>
              <a:gd name="connsiteY39" fmla="*/ 332509 h 947651"/>
              <a:gd name="connsiteX40" fmla="*/ 3142211 w 3546985"/>
              <a:gd name="connsiteY40" fmla="*/ 365760 h 947651"/>
              <a:gd name="connsiteX41" fmla="*/ 3175462 w 3546985"/>
              <a:gd name="connsiteY41" fmla="*/ 415636 h 947651"/>
              <a:gd name="connsiteX42" fmla="*/ 3192087 w 3546985"/>
              <a:gd name="connsiteY42" fmla="*/ 465513 h 947651"/>
              <a:gd name="connsiteX43" fmla="*/ 3241963 w 3546985"/>
              <a:gd name="connsiteY43" fmla="*/ 448887 h 947651"/>
              <a:gd name="connsiteX44" fmla="*/ 3491345 w 3546985"/>
              <a:gd name="connsiteY44" fmla="*/ 515389 h 947651"/>
              <a:gd name="connsiteX45" fmla="*/ 3474720 w 3546985"/>
              <a:gd name="connsiteY45" fmla="*/ 565266 h 947651"/>
              <a:gd name="connsiteX46" fmla="*/ 3474720 w 3546985"/>
              <a:gd name="connsiteY46" fmla="*/ 764771 h 947651"/>
              <a:gd name="connsiteX47" fmla="*/ 3358342 w 3546985"/>
              <a:gd name="connsiteY47" fmla="*/ 748146 h 947651"/>
              <a:gd name="connsiteX48" fmla="*/ 3258589 w 3546985"/>
              <a:gd name="connsiteY48" fmla="*/ 731520 h 947651"/>
              <a:gd name="connsiteX49" fmla="*/ 3158836 w 3546985"/>
              <a:gd name="connsiteY49" fmla="*/ 698269 h 947651"/>
              <a:gd name="connsiteX50" fmla="*/ 3075709 w 3546985"/>
              <a:gd name="connsiteY50" fmla="*/ 681644 h 947651"/>
              <a:gd name="connsiteX51" fmla="*/ 3092334 w 3546985"/>
              <a:gd name="connsiteY51" fmla="*/ 581891 h 947651"/>
              <a:gd name="connsiteX52" fmla="*/ 3075709 w 3546985"/>
              <a:gd name="connsiteY52" fmla="*/ 482138 h 947651"/>
              <a:gd name="connsiteX53" fmla="*/ 3025832 w 3546985"/>
              <a:gd name="connsiteY53" fmla="*/ 448887 h 947651"/>
              <a:gd name="connsiteX54" fmla="*/ 2859578 w 3546985"/>
              <a:gd name="connsiteY54" fmla="*/ 415636 h 947651"/>
              <a:gd name="connsiteX55" fmla="*/ 2793076 w 3546985"/>
              <a:gd name="connsiteY55" fmla="*/ 399011 h 947651"/>
              <a:gd name="connsiteX56" fmla="*/ 2676698 w 3546985"/>
              <a:gd name="connsiteY56" fmla="*/ 415636 h 947651"/>
              <a:gd name="connsiteX57" fmla="*/ 2610196 w 3546985"/>
              <a:gd name="connsiteY57" fmla="*/ 515389 h 947651"/>
              <a:gd name="connsiteX58" fmla="*/ 2527069 w 3546985"/>
              <a:gd name="connsiteY58" fmla="*/ 615142 h 947651"/>
              <a:gd name="connsiteX59" fmla="*/ 2610196 w 3546985"/>
              <a:gd name="connsiteY59" fmla="*/ 847898 h 947651"/>
              <a:gd name="connsiteX60" fmla="*/ 2709949 w 3546985"/>
              <a:gd name="connsiteY60" fmla="*/ 914400 h 947651"/>
              <a:gd name="connsiteX61" fmla="*/ 2759825 w 3546985"/>
              <a:gd name="connsiteY61" fmla="*/ 947651 h 947651"/>
              <a:gd name="connsiteX62" fmla="*/ 2942705 w 3546985"/>
              <a:gd name="connsiteY62" fmla="*/ 931026 h 947651"/>
              <a:gd name="connsiteX63" fmla="*/ 3042458 w 3546985"/>
              <a:gd name="connsiteY63" fmla="*/ 897775 h 947651"/>
              <a:gd name="connsiteX64" fmla="*/ 3042458 w 3546985"/>
              <a:gd name="connsiteY64" fmla="*/ 565266 h 947651"/>
              <a:gd name="connsiteX65" fmla="*/ 2942705 w 3546985"/>
              <a:gd name="connsiteY65" fmla="*/ 515389 h 947651"/>
              <a:gd name="connsiteX66" fmla="*/ 2776451 w 3546985"/>
              <a:gd name="connsiteY66" fmla="*/ 532015 h 947651"/>
              <a:gd name="connsiteX67" fmla="*/ 2759825 w 3546985"/>
              <a:gd name="connsiteY67" fmla="*/ 581891 h 947651"/>
              <a:gd name="connsiteX68" fmla="*/ 2576945 w 3546985"/>
              <a:gd name="connsiteY68" fmla="*/ 631767 h 947651"/>
              <a:gd name="connsiteX69" fmla="*/ 2527069 w 3546985"/>
              <a:gd name="connsiteY69" fmla="*/ 648393 h 947651"/>
              <a:gd name="connsiteX70" fmla="*/ 914400 w 3546985"/>
              <a:gd name="connsiteY70" fmla="*/ 648393 h 947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546985" h="947651">
                <a:moveTo>
                  <a:pt x="781396" y="515389"/>
                </a:moveTo>
                <a:cubicBezTo>
                  <a:pt x="753687" y="504305"/>
                  <a:pt x="727990" y="484840"/>
                  <a:pt x="698269" y="482138"/>
                </a:cubicBezTo>
                <a:cubicBezTo>
                  <a:pt x="652292" y="477958"/>
                  <a:pt x="593553" y="500418"/>
                  <a:pt x="548640" y="515389"/>
                </a:cubicBezTo>
                <a:cubicBezTo>
                  <a:pt x="532014" y="526473"/>
                  <a:pt x="511245" y="533037"/>
                  <a:pt x="498763" y="548640"/>
                </a:cubicBezTo>
                <a:cubicBezTo>
                  <a:pt x="487815" y="562324"/>
                  <a:pt x="489975" y="582841"/>
                  <a:pt x="482138" y="598516"/>
                </a:cubicBezTo>
                <a:cubicBezTo>
                  <a:pt x="473202" y="616388"/>
                  <a:pt x="459971" y="631767"/>
                  <a:pt x="448887" y="648393"/>
                </a:cubicBezTo>
                <a:lnTo>
                  <a:pt x="415636" y="748146"/>
                </a:lnTo>
                <a:lnTo>
                  <a:pt x="399011" y="798022"/>
                </a:lnTo>
                <a:cubicBezTo>
                  <a:pt x="404553" y="831273"/>
                  <a:pt x="398911" y="868507"/>
                  <a:pt x="415636" y="897775"/>
                </a:cubicBezTo>
                <a:cubicBezTo>
                  <a:pt x="424331" y="912991"/>
                  <a:pt x="447987" y="914400"/>
                  <a:pt x="465512" y="914400"/>
                </a:cubicBezTo>
                <a:cubicBezTo>
                  <a:pt x="609706" y="914400"/>
                  <a:pt x="753687" y="903317"/>
                  <a:pt x="897774" y="897775"/>
                </a:cubicBezTo>
                <a:lnTo>
                  <a:pt x="931025" y="798022"/>
                </a:lnTo>
                <a:lnTo>
                  <a:pt x="947651" y="748146"/>
                </a:lnTo>
                <a:cubicBezTo>
                  <a:pt x="942109" y="681644"/>
                  <a:pt x="960869" y="608327"/>
                  <a:pt x="931025" y="548640"/>
                </a:cubicBezTo>
                <a:cubicBezTo>
                  <a:pt x="915350" y="517291"/>
                  <a:pt x="864523" y="526473"/>
                  <a:pt x="831272" y="515389"/>
                </a:cubicBezTo>
                <a:lnTo>
                  <a:pt x="781396" y="498764"/>
                </a:lnTo>
                <a:cubicBezTo>
                  <a:pt x="738501" y="504892"/>
                  <a:pt x="661572" y="508800"/>
                  <a:pt x="615142" y="532015"/>
                </a:cubicBezTo>
                <a:cubicBezTo>
                  <a:pt x="486234" y="596470"/>
                  <a:pt x="640746" y="540106"/>
                  <a:pt x="515389" y="581891"/>
                </a:cubicBezTo>
                <a:cubicBezTo>
                  <a:pt x="498763" y="592975"/>
                  <a:pt x="483384" y="606206"/>
                  <a:pt x="465512" y="615142"/>
                </a:cubicBezTo>
                <a:cubicBezTo>
                  <a:pt x="449837" y="622979"/>
                  <a:pt x="433161" y="631767"/>
                  <a:pt x="415636" y="631767"/>
                </a:cubicBezTo>
                <a:cubicBezTo>
                  <a:pt x="276980" y="631767"/>
                  <a:pt x="138545" y="620684"/>
                  <a:pt x="0" y="615142"/>
                </a:cubicBezTo>
                <a:cubicBezTo>
                  <a:pt x="22167" y="581891"/>
                  <a:pt x="56810" y="554159"/>
                  <a:pt x="66502" y="515389"/>
                </a:cubicBezTo>
                <a:cubicBezTo>
                  <a:pt x="66646" y="514814"/>
                  <a:pt x="91802" y="406961"/>
                  <a:pt x="99752" y="399011"/>
                </a:cubicBezTo>
                <a:cubicBezTo>
                  <a:pt x="128010" y="370753"/>
                  <a:pt x="166254" y="354676"/>
                  <a:pt x="199505" y="332509"/>
                </a:cubicBezTo>
                <a:lnTo>
                  <a:pt x="249382" y="299258"/>
                </a:lnTo>
                <a:lnTo>
                  <a:pt x="315883" y="199506"/>
                </a:lnTo>
                <a:lnTo>
                  <a:pt x="349134" y="149629"/>
                </a:lnTo>
                <a:cubicBezTo>
                  <a:pt x="465758" y="227378"/>
                  <a:pt x="434686" y="221134"/>
                  <a:pt x="681643" y="166255"/>
                </a:cubicBezTo>
                <a:cubicBezTo>
                  <a:pt x="698751" y="162453"/>
                  <a:pt x="687321" y="130063"/>
                  <a:pt x="698269" y="116378"/>
                </a:cubicBezTo>
                <a:cubicBezTo>
                  <a:pt x="710751" y="100775"/>
                  <a:pt x="731520" y="94211"/>
                  <a:pt x="748145" y="83127"/>
                </a:cubicBezTo>
                <a:cubicBezTo>
                  <a:pt x="759229" y="66502"/>
                  <a:pt x="764047" y="43164"/>
                  <a:pt x="781396" y="33251"/>
                </a:cubicBezTo>
                <a:cubicBezTo>
                  <a:pt x="805931" y="19231"/>
                  <a:pt x="837109" y="23480"/>
                  <a:pt x="864523" y="16626"/>
                </a:cubicBezTo>
                <a:cubicBezTo>
                  <a:pt x="881525" y="12376"/>
                  <a:pt x="897774" y="5542"/>
                  <a:pt x="914400" y="0"/>
                </a:cubicBezTo>
                <a:cubicBezTo>
                  <a:pt x="951510" y="5302"/>
                  <a:pt x="1089021" y="24027"/>
                  <a:pt x="1130531" y="33251"/>
                </a:cubicBezTo>
                <a:cubicBezTo>
                  <a:pt x="1147638" y="37053"/>
                  <a:pt x="1162917" y="48783"/>
                  <a:pt x="1180407" y="49876"/>
                </a:cubicBezTo>
                <a:cubicBezTo>
                  <a:pt x="1526535" y="71509"/>
                  <a:pt x="2642769" y="81353"/>
                  <a:pt x="2759825" y="83127"/>
                </a:cubicBezTo>
                <a:cubicBezTo>
                  <a:pt x="2930901" y="197177"/>
                  <a:pt x="2661614" y="9661"/>
                  <a:pt x="2859578" y="182880"/>
                </a:cubicBezTo>
                <a:cubicBezTo>
                  <a:pt x="2883897" y="204159"/>
                  <a:pt x="2915443" y="215407"/>
                  <a:pt x="2942705" y="232756"/>
                </a:cubicBezTo>
                <a:cubicBezTo>
                  <a:pt x="2976420" y="254211"/>
                  <a:pt x="3009207" y="277091"/>
                  <a:pt x="3042458" y="299258"/>
                </a:cubicBezTo>
                <a:lnTo>
                  <a:pt x="3092334" y="332509"/>
                </a:lnTo>
                <a:lnTo>
                  <a:pt x="3142211" y="365760"/>
                </a:lnTo>
                <a:cubicBezTo>
                  <a:pt x="3153295" y="382385"/>
                  <a:pt x="3166526" y="397764"/>
                  <a:pt x="3175462" y="415636"/>
                </a:cubicBezTo>
                <a:cubicBezTo>
                  <a:pt x="3183299" y="431311"/>
                  <a:pt x="3176412" y="457676"/>
                  <a:pt x="3192087" y="465513"/>
                </a:cubicBezTo>
                <a:cubicBezTo>
                  <a:pt x="3207762" y="473350"/>
                  <a:pt x="3225338" y="454429"/>
                  <a:pt x="3241963" y="448887"/>
                </a:cubicBezTo>
                <a:cubicBezTo>
                  <a:pt x="3642736" y="472463"/>
                  <a:pt x="3556156" y="385766"/>
                  <a:pt x="3491345" y="515389"/>
                </a:cubicBezTo>
                <a:cubicBezTo>
                  <a:pt x="3483508" y="531064"/>
                  <a:pt x="3480262" y="548640"/>
                  <a:pt x="3474720" y="565266"/>
                </a:cubicBezTo>
                <a:cubicBezTo>
                  <a:pt x="3478902" y="590361"/>
                  <a:pt x="3514871" y="739676"/>
                  <a:pt x="3474720" y="764771"/>
                </a:cubicBezTo>
                <a:cubicBezTo>
                  <a:pt x="3441490" y="785540"/>
                  <a:pt x="3397073" y="754105"/>
                  <a:pt x="3358342" y="748146"/>
                </a:cubicBezTo>
                <a:cubicBezTo>
                  <a:pt x="3325024" y="743020"/>
                  <a:pt x="3291292" y="739696"/>
                  <a:pt x="3258589" y="731520"/>
                </a:cubicBezTo>
                <a:cubicBezTo>
                  <a:pt x="3224586" y="723019"/>
                  <a:pt x="3193205" y="705143"/>
                  <a:pt x="3158836" y="698269"/>
                </a:cubicBezTo>
                <a:lnTo>
                  <a:pt x="3075709" y="681644"/>
                </a:lnTo>
                <a:cubicBezTo>
                  <a:pt x="3081251" y="648393"/>
                  <a:pt x="3092334" y="615601"/>
                  <a:pt x="3092334" y="581891"/>
                </a:cubicBezTo>
                <a:cubicBezTo>
                  <a:pt x="3092334" y="548181"/>
                  <a:pt x="3090784" y="512289"/>
                  <a:pt x="3075709" y="482138"/>
                </a:cubicBezTo>
                <a:cubicBezTo>
                  <a:pt x="3066773" y="464266"/>
                  <a:pt x="3043704" y="457823"/>
                  <a:pt x="3025832" y="448887"/>
                </a:cubicBezTo>
                <a:cubicBezTo>
                  <a:pt x="2977058" y="424500"/>
                  <a:pt x="2907713" y="424388"/>
                  <a:pt x="2859578" y="415636"/>
                </a:cubicBezTo>
                <a:cubicBezTo>
                  <a:pt x="2837097" y="411549"/>
                  <a:pt x="2815243" y="404553"/>
                  <a:pt x="2793076" y="399011"/>
                </a:cubicBezTo>
                <a:cubicBezTo>
                  <a:pt x="2754283" y="404553"/>
                  <a:pt x="2709758" y="394598"/>
                  <a:pt x="2676698" y="415636"/>
                </a:cubicBezTo>
                <a:cubicBezTo>
                  <a:pt x="2642983" y="437091"/>
                  <a:pt x="2638454" y="487131"/>
                  <a:pt x="2610196" y="515389"/>
                </a:cubicBezTo>
                <a:cubicBezTo>
                  <a:pt x="2546191" y="579395"/>
                  <a:pt x="2573362" y="545703"/>
                  <a:pt x="2527069" y="615142"/>
                </a:cubicBezTo>
                <a:cubicBezTo>
                  <a:pt x="2537053" y="695019"/>
                  <a:pt x="2529283" y="793956"/>
                  <a:pt x="2610196" y="847898"/>
                </a:cubicBezTo>
                <a:lnTo>
                  <a:pt x="2709949" y="914400"/>
                </a:lnTo>
                <a:lnTo>
                  <a:pt x="2759825" y="947651"/>
                </a:lnTo>
                <a:cubicBezTo>
                  <a:pt x="2820785" y="942109"/>
                  <a:pt x="2882425" y="941664"/>
                  <a:pt x="2942705" y="931026"/>
                </a:cubicBezTo>
                <a:cubicBezTo>
                  <a:pt x="2977221" y="924935"/>
                  <a:pt x="3042458" y="897775"/>
                  <a:pt x="3042458" y="897775"/>
                </a:cubicBezTo>
                <a:cubicBezTo>
                  <a:pt x="3083744" y="773913"/>
                  <a:pt x="3088017" y="781674"/>
                  <a:pt x="3042458" y="565266"/>
                </a:cubicBezTo>
                <a:cubicBezTo>
                  <a:pt x="3037593" y="542159"/>
                  <a:pt x="2959270" y="520911"/>
                  <a:pt x="2942705" y="515389"/>
                </a:cubicBezTo>
                <a:cubicBezTo>
                  <a:pt x="2887287" y="520931"/>
                  <a:pt x="2828792" y="512982"/>
                  <a:pt x="2776451" y="532015"/>
                </a:cubicBezTo>
                <a:cubicBezTo>
                  <a:pt x="2759981" y="538004"/>
                  <a:pt x="2774085" y="571705"/>
                  <a:pt x="2759825" y="581891"/>
                </a:cubicBezTo>
                <a:cubicBezTo>
                  <a:pt x="2721412" y="609329"/>
                  <a:pt x="2623375" y="620159"/>
                  <a:pt x="2576945" y="631767"/>
                </a:cubicBezTo>
                <a:cubicBezTo>
                  <a:pt x="2559944" y="636017"/>
                  <a:pt x="2544593" y="648218"/>
                  <a:pt x="2527069" y="648393"/>
                </a:cubicBezTo>
                <a:lnTo>
                  <a:pt x="914400" y="648393"/>
                </a:lnTo>
              </a:path>
            </a:pathLst>
          </a:custGeom>
          <a:solidFill>
            <a:schemeClr val="tx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290857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68</Words>
  <Application>Microsoft Office PowerPoint</Application>
  <PresentationFormat>Widescreen</PresentationFormat>
  <Paragraphs>8</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HUMONGOUS CAR INSURANCE</vt:lpstr>
      <vt:lpstr>INTRODUCTION</vt:lpstr>
      <vt:lpstr>SUCCESSFUL CAMPAIGNS 2015</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HUMONGOUS CAR INSURANCE</dc:title>
  <dc:creator>Admin</dc:creator>
  <cp:lastModifiedBy>Administrator</cp:lastModifiedBy>
  <cp:revision>4</cp:revision>
  <dcterms:created xsi:type="dcterms:W3CDTF">2019-06-21T03:26:25Z</dcterms:created>
  <dcterms:modified xsi:type="dcterms:W3CDTF">2024-07-27T10:06:23Z</dcterms:modified>
</cp:coreProperties>
</file>