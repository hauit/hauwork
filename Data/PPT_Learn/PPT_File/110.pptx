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" d="100"/>
          <a:sy n="40" d="100"/>
        </p:scale>
        <p:origin x="43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02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38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81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84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57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29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88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640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25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449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41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93E5F-281E-484C-8D15-74D19C96A661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907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479644" y="5199797"/>
            <a:ext cx="6381466" cy="1325563"/>
          </a:xfrm>
        </p:spPr>
        <p:txBody>
          <a:bodyPr/>
          <a:lstStyle/>
          <a:p>
            <a:pPr algn="r"/>
            <a:r>
              <a:rPr lang="en-US" dirty="0" smtClean="0"/>
              <a:t>HUMONGOUS PET</a:t>
            </a:r>
            <a:br>
              <a:rPr lang="en-US" dirty="0" smtClean="0"/>
            </a:br>
            <a:r>
              <a:rPr lang="en-US" dirty="0" smtClean="0"/>
              <a:t>INSURANCE</a:t>
            </a:r>
            <a:endParaRPr lang="en-US" dirty="0"/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008"/>
          <a:stretch/>
        </p:blipFill>
        <p:spPr>
          <a:xfrm>
            <a:off x="0" y="544203"/>
            <a:ext cx="12181376" cy="4464525"/>
          </a:xfrm>
          <a:prstGeom prst="rect">
            <a:avLst/>
          </a:prstGeom>
        </p:spPr>
      </p:pic>
      <p:sp>
        <p:nvSpPr>
          <p:cNvPr id="2" name="Cloud Callout 1"/>
          <p:cNvSpPr/>
          <p:nvPr/>
        </p:nvSpPr>
        <p:spPr>
          <a:xfrm>
            <a:off x="-1491916" y="2935705"/>
            <a:ext cx="890337" cy="2264092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Screen Clippi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266" y="1205564"/>
            <a:ext cx="8223713" cy="4608382"/>
          </a:xfrm>
        </p:spPr>
      </p:pic>
      <p:sp>
        <p:nvSpPr>
          <p:cNvPr id="2" name="32-Point Star 1"/>
          <p:cNvSpPr/>
          <p:nvPr/>
        </p:nvSpPr>
        <p:spPr>
          <a:xfrm>
            <a:off x="13162547" y="3056021"/>
            <a:ext cx="1034716" cy="1419726"/>
          </a:xfrm>
          <a:prstGeom prst="star3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1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CHOOSE HUMONGOUS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Choose by 95%</a:t>
            </a:r>
          </a:p>
          <a:p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3"/>
          <a:stretch/>
        </p:blipFill>
        <p:spPr>
          <a:xfrm>
            <a:off x="12453594" y="4001294"/>
            <a:ext cx="1763722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139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HUMONGOUS PET INSURANCE</vt:lpstr>
      <vt:lpstr>PowerPoint Presentation</vt:lpstr>
      <vt:lpstr>WHY CHOOSE HUMONGOUS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HUMONGOUS PET INSURANCE</dc:title>
  <dc:creator>Admin</dc:creator>
  <cp:lastModifiedBy>Admin</cp:lastModifiedBy>
  <cp:revision>2</cp:revision>
  <dcterms:created xsi:type="dcterms:W3CDTF">2019-06-21T08:51:59Z</dcterms:created>
  <dcterms:modified xsi:type="dcterms:W3CDTF">2020-09-03T04:54:45Z</dcterms:modified>
</cp:coreProperties>
</file>