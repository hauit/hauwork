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H1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Sheet1!$B$3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H3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Sheet1!$B$4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H4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cat>
          <c:val>
            <c:numRef>
              <c:f>Sheet1!$B$5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8826128"/>
        <c:axId val="248826520"/>
      </c:barChart>
      <c:catAx>
        <c:axId val="2488261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48826520"/>
        <c:crosses val="autoZero"/>
        <c:auto val="1"/>
        <c:lblAlgn val="ctr"/>
        <c:lblOffset val="100"/>
        <c:noMultiLvlLbl val="0"/>
      </c:catAx>
      <c:valAx>
        <c:axId val="248826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82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4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0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6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6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6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0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9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837FD-A044-4C33-9F36-050BBFCAE07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E1A30-40B7-4D41-AF35-CC88A4BEB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3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13" y="381898"/>
            <a:ext cx="11823139" cy="625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5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HEALTH INSURANCE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14" y="1825624"/>
            <a:ext cx="2862927" cy="3268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25" y="1825624"/>
            <a:ext cx="3241050" cy="32815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533" y="1825625"/>
            <a:ext cx="2889936" cy="3241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9036" y="5321508"/>
            <a:ext cx="176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Individual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99530" y="5321508"/>
            <a:ext cx="176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Family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130081" y="5321508"/>
            <a:ext cx="176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Business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699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74799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Humongous</a:t>
                      </a:r>
                      <a:r>
                        <a:rPr lang="en-US" baseline="0" dirty="0" smtClean="0"/>
                        <a:t>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ER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Saving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Allergies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Sinusitis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77%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Throat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Tract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Acute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15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HEALTH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4335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368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LEVELS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0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TYPES OF HEALTH INSURANCE</vt:lpstr>
      <vt:lpstr>BENEFITS</vt:lpstr>
      <vt:lpstr>HEALTH OVERVIEW</vt:lpstr>
      <vt:lpstr>COVERAGE LEVELS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2020-06-03T03:43:13Z</dcterms:created>
  <dcterms:modified xsi:type="dcterms:W3CDTF">2020-11-27T06:38:38Z</dcterms:modified>
</cp:coreProperties>
</file>