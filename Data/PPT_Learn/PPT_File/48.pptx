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8" r:id="rId5"/>
    <p:sldId id="259" r:id="rId6"/>
  </p:sldIdLst>
  <p:sldSz cx="124364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3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22363"/>
            <a:ext cx="932735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02038"/>
            <a:ext cx="932735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d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55009" y="1938338"/>
            <a:ext cx="10849630" cy="370681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83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530" y="1709739"/>
            <a:ext cx="107264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8530" y="4589464"/>
            <a:ext cx="107264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7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5008" y="1825625"/>
            <a:ext cx="528550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965" y="1825625"/>
            <a:ext cx="528550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0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7" y="365126"/>
            <a:ext cx="1072646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628" y="1681163"/>
            <a:ext cx="52612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628" y="2505075"/>
            <a:ext cx="526121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5965" y="1681163"/>
            <a:ext cx="52871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5965" y="2505075"/>
            <a:ext cx="528712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122" y="987426"/>
            <a:ext cx="62959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2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7122" y="987426"/>
            <a:ext cx="62959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9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9852" y="365125"/>
            <a:ext cx="26816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5008" y="365125"/>
            <a:ext cx="788938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2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008" y="365126"/>
            <a:ext cx="107264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008" y="1825625"/>
            <a:ext cx="107264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008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E7AAC-8CEC-485B-AC6B-CF6CD7099F42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9583" y="6356351"/>
            <a:ext cx="4197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3260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009" y="947651"/>
            <a:ext cx="6095681" cy="2826327"/>
          </a:xfr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b="1" dirty="0"/>
              <a:t>Apple </a:t>
            </a:r>
            <a:r>
              <a:rPr lang="en-US" b="1" dirty="0" smtClean="0"/>
              <a:t>Crumble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7682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DFD113-9679-3CCD-4351-47BB4057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B4C2D1-B002-401C-FA11-D11C96E2E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9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4B4255-63DA-A6F6-A23F-B019139C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251BAD-D0B3-D3FE-B8F5-8081C4016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5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2">
            <a:extLst>
              <a:ext uri="{FF2B5EF4-FFF2-40B4-BE49-F238E27FC236}">
                <a16:creationId xmlns:a16="http://schemas.microsoft.com/office/drawing/2014/main" xmlns="" id="{910DA710-DE32-7422-5F7E-F2EF36256F6C}"/>
              </a:ext>
            </a:extLst>
          </p:cNvPr>
          <p:cNvSpPr txBox="1">
            <a:spLocks/>
          </p:cNvSpPr>
          <p:nvPr/>
        </p:nvSpPr>
        <p:spPr>
          <a:xfrm>
            <a:off x="6410151" y="365126"/>
            <a:ext cx="50658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AF0E6C8-E5BE-26CC-DB2F-5420604DBF88}"/>
              </a:ext>
            </a:extLst>
          </p:cNvPr>
          <p:cNvSpPr/>
          <p:nvPr/>
        </p:nvSpPr>
        <p:spPr>
          <a:xfrm>
            <a:off x="113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4FD8A97-66CF-09CB-6A72-5C5EC6B4D016}"/>
              </a:ext>
            </a:extLst>
          </p:cNvPr>
          <p:cNvSpPr/>
          <p:nvPr/>
        </p:nvSpPr>
        <p:spPr>
          <a:xfrm>
            <a:off x="621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Method</a:t>
            </a:r>
          </a:p>
        </p:txBody>
      </p:sp>
      <p:sp>
        <p:nvSpPr>
          <p:cNvPr id="3" name="Freeform 2"/>
          <p:cNvSpPr/>
          <p:nvPr/>
        </p:nvSpPr>
        <p:spPr>
          <a:xfrm>
            <a:off x="1138238" y="2070630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370436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Preheat the oven to 392 ‘F (200</a:t>
            </a:r>
            <a:r>
              <a:rPr lang="en-US" sz="2100" b="0" i="0" kern="1200" dirty="0"/>
              <a:t>°C)</a:t>
            </a:r>
            <a:endParaRPr lang="en-US" sz="2100" kern="1200" dirty="0"/>
          </a:p>
        </p:txBody>
      </p:sp>
      <p:sp>
        <p:nvSpPr>
          <p:cNvPr id="4" name="Freeform 3"/>
          <p:cNvSpPr/>
          <p:nvPr/>
        </p:nvSpPr>
        <p:spPr>
          <a:xfrm>
            <a:off x="1868911" y="3504724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645682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Peel, core, and chop the apples. Put apples into a pan with 4 </a:t>
            </a:r>
            <a:r>
              <a:rPr lang="en-US" sz="2100" kern="1200" dirty="0" smtClean="0"/>
              <a:t>tablespoons </a:t>
            </a:r>
            <a:r>
              <a:rPr lang="en-US" sz="2100" kern="1200" dirty="0"/>
              <a:t>of sugar and </a:t>
            </a:r>
            <a:r>
              <a:rPr lang="en-US" sz="2100" b="0" i="0" kern="1200" dirty="0"/>
              <a:t>% cup of water. Cook on medium heat for 10 minutes. Transfer the mixture to a baking dish.</a:t>
            </a:r>
            <a:endParaRPr lang="en-US" sz="2100" kern="1200" dirty="0"/>
          </a:p>
        </p:txBody>
      </p:sp>
      <p:sp>
        <p:nvSpPr>
          <p:cNvPr id="5" name="Freeform 4"/>
          <p:cNvSpPr/>
          <p:nvPr/>
        </p:nvSpPr>
        <p:spPr>
          <a:xfrm>
            <a:off x="2599584" y="4938819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645682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Mix the butter with the flour. Stir in 1 tablespoon of sugar. Spread the butter mixture over the apples. Bake for 40 minutes. Serve with cream.</a:t>
            </a:r>
          </a:p>
        </p:txBody>
      </p:sp>
      <p:sp>
        <p:nvSpPr>
          <p:cNvPr id="6" name="Freeform 5"/>
          <p:cNvSpPr/>
          <p:nvPr/>
        </p:nvSpPr>
        <p:spPr>
          <a:xfrm>
            <a:off x="8620206" y="3002791"/>
            <a:ext cx="798995" cy="798995"/>
          </a:xfrm>
          <a:custGeom>
            <a:avLst/>
            <a:gdLst>
              <a:gd name="connsiteX0" fmla="*/ 0 w 798995"/>
              <a:gd name="connsiteY0" fmla="*/ 439447 h 798995"/>
              <a:gd name="connsiteX1" fmla="*/ 179774 w 798995"/>
              <a:gd name="connsiteY1" fmla="*/ 439447 h 798995"/>
              <a:gd name="connsiteX2" fmla="*/ 179774 w 798995"/>
              <a:gd name="connsiteY2" fmla="*/ 0 h 798995"/>
              <a:gd name="connsiteX3" fmla="*/ 619221 w 798995"/>
              <a:gd name="connsiteY3" fmla="*/ 0 h 798995"/>
              <a:gd name="connsiteX4" fmla="*/ 619221 w 798995"/>
              <a:gd name="connsiteY4" fmla="*/ 439447 h 798995"/>
              <a:gd name="connsiteX5" fmla="*/ 798995 w 798995"/>
              <a:gd name="connsiteY5" fmla="*/ 439447 h 798995"/>
              <a:gd name="connsiteX6" fmla="*/ 399498 w 798995"/>
              <a:gd name="connsiteY6" fmla="*/ 798995 h 798995"/>
              <a:gd name="connsiteX7" fmla="*/ 0 w 798995"/>
              <a:gd name="connsiteY7" fmla="*/ 439447 h 79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8995" h="798995">
                <a:moveTo>
                  <a:pt x="0" y="439447"/>
                </a:moveTo>
                <a:lnTo>
                  <a:pt x="179774" y="439447"/>
                </a:lnTo>
                <a:lnTo>
                  <a:pt x="179774" y="0"/>
                </a:lnTo>
                <a:lnTo>
                  <a:pt x="619221" y="0"/>
                </a:lnTo>
                <a:lnTo>
                  <a:pt x="619221" y="439447"/>
                </a:lnTo>
                <a:lnTo>
                  <a:pt x="798995" y="439447"/>
                </a:lnTo>
                <a:lnTo>
                  <a:pt x="399498" y="798995"/>
                </a:lnTo>
                <a:lnTo>
                  <a:pt x="0" y="439447"/>
                </a:lnTo>
                <a:close/>
              </a:path>
            </a:pathLst>
          </a:custGeom>
        </p:spPr>
        <p:style>
          <a:ln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5494" tIns="45720" rIns="225494" bIns="243471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/>
          </a:p>
        </p:txBody>
      </p:sp>
      <p:sp>
        <p:nvSpPr>
          <p:cNvPr id="7" name="Freeform 6"/>
          <p:cNvSpPr/>
          <p:nvPr/>
        </p:nvSpPr>
        <p:spPr>
          <a:xfrm>
            <a:off x="9350880" y="4428691"/>
            <a:ext cx="798995" cy="798995"/>
          </a:xfrm>
          <a:custGeom>
            <a:avLst/>
            <a:gdLst>
              <a:gd name="connsiteX0" fmla="*/ 0 w 798995"/>
              <a:gd name="connsiteY0" fmla="*/ 439447 h 798995"/>
              <a:gd name="connsiteX1" fmla="*/ 179774 w 798995"/>
              <a:gd name="connsiteY1" fmla="*/ 439447 h 798995"/>
              <a:gd name="connsiteX2" fmla="*/ 179774 w 798995"/>
              <a:gd name="connsiteY2" fmla="*/ 0 h 798995"/>
              <a:gd name="connsiteX3" fmla="*/ 619221 w 798995"/>
              <a:gd name="connsiteY3" fmla="*/ 0 h 798995"/>
              <a:gd name="connsiteX4" fmla="*/ 619221 w 798995"/>
              <a:gd name="connsiteY4" fmla="*/ 439447 h 798995"/>
              <a:gd name="connsiteX5" fmla="*/ 798995 w 798995"/>
              <a:gd name="connsiteY5" fmla="*/ 439447 h 798995"/>
              <a:gd name="connsiteX6" fmla="*/ 399498 w 798995"/>
              <a:gd name="connsiteY6" fmla="*/ 798995 h 798995"/>
              <a:gd name="connsiteX7" fmla="*/ 0 w 798995"/>
              <a:gd name="connsiteY7" fmla="*/ 439447 h 79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8995" h="798995">
                <a:moveTo>
                  <a:pt x="0" y="439447"/>
                </a:moveTo>
                <a:lnTo>
                  <a:pt x="179774" y="439447"/>
                </a:lnTo>
                <a:lnTo>
                  <a:pt x="179774" y="0"/>
                </a:lnTo>
                <a:lnTo>
                  <a:pt x="619221" y="0"/>
                </a:lnTo>
                <a:lnTo>
                  <a:pt x="619221" y="439447"/>
                </a:lnTo>
                <a:lnTo>
                  <a:pt x="798995" y="439447"/>
                </a:lnTo>
                <a:lnTo>
                  <a:pt x="399498" y="798995"/>
                </a:lnTo>
                <a:lnTo>
                  <a:pt x="0" y="439447"/>
                </a:lnTo>
                <a:close/>
              </a:path>
            </a:pathLst>
          </a:custGeom>
        </p:spPr>
        <p:style>
          <a:ln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5494" tIns="45720" rIns="225494" bIns="243471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 dirty="0"/>
          </a:p>
        </p:txBody>
      </p:sp>
    </p:spTree>
    <p:extLst>
      <p:ext uri="{BB962C8B-B14F-4D97-AF65-F5344CB8AC3E}">
        <p14:creationId xmlns:p14="http://schemas.microsoft.com/office/powerpoint/2010/main" val="15074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3495B23-CBC0-76B5-1C9D-AC0A8118C720}"/>
              </a:ext>
            </a:extLst>
          </p:cNvPr>
          <p:cNvSpPr/>
          <p:nvPr/>
        </p:nvSpPr>
        <p:spPr>
          <a:xfrm>
            <a:off x="1284994" y="474133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4237ACF-8EA7-5829-6890-3494996AA4FA}"/>
              </a:ext>
            </a:extLst>
          </p:cNvPr>
          <p:cNvSpPr/>
          <p:nvPr/>
        </p:nvSpPr>
        <p:spPr>
          <a:xfrm>
            <a:off x="6218237" y="474134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Portions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2135187"/>
            <a:ext cx="2943225" cy="294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84" y="2135187"/>
            <a:ext cx="3286125" cy="2886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645" y="2144711"/>
            <a:ext cx="2905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90</Words>
  <Application>Microsoft Office PowerPoint</Application>
  <PresentationFormat>Custom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Apple Crumble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8</cp:revision>
  <dcterms:created xsi:type="dcterms:W3CDTF">2023-09-14T00:44:27Z</dcterms:created>
  <dcterms:modified xsi:type="dcterms:W3CDTF">2024-07-29T02:46:09Z</dcterms:modified>
</cp:coreProperties>
</file>