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3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7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0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7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3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5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4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5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8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C9258-7628-48E8-86A6-030F2DB0536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E9E41-2A5A-4D92-B8FC-7C602B36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0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5746" y="5291967"/>
            <a:ext cx="7103722" cy="1325563"/>
          </a:xfrm>
        </p:spPr>
        <p:txBody>
          <a:bodyPr/>
          <a:lstStyle/>
          <a:p>
            <a:pPr algn="r"/>
            <a:r>
              <a:rPr lang="en-US" dirty="0" smtClean="0"/>
              <a:t>HUMONGOUS HOME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02"/>
          <a:stretch/>
        </p:blipFill>
        <p:spPr>
          <a:xfrm>
            <a:off x="0" y="527390"/>
            <a:ext cx="12188890" cy="450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0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HIGHLIGHTS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Severe weather</a:t>
            </a:r>
          </a:p>
          <a:p>
            <a:r>
              <a:rPr lang="en-US" dirty="0" smtClean="0"/>
              <a:t>Fire, flood, and earthquake</a:t>
            </a:r>
          </a:p>
          <a:p>
            <a:r>
              <a:rPr lang="en-US" dirty="0" smtClean="0"/>
              <a:t>War, riot, or police action </a:t>
            </a:r>
          </a:p>
          <a:p>
            <a:r>
              <a:rPr lang="en-US" dirty="0" smtClean="0"/>
              <a:t>Pandemic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55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INCREATE NEW CUSTOMER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659931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40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83148" y="748992"/>
            <a:ext cx="4448433" cy="18833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Protect your </a:t>
            </a:r>
          </a:p>
          <a:p>
            <a:pPr algn="ctr"/>
            <a:r>
              <a:rPr lang="en-US" sz="5400" dirty="0" smtClean="0"/>
              <a:t>Home today</a:t>
            </a:r>
            <a:endParaRPr lang="en-US" sz="5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210" y="1334530"/>
            <a:ext cx="4947591" cy="328027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35" y="3343304"/>
            <a:ext cx="4853908" cy="32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5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HUMONGOUS HOME INSURANCE</vt:lpstr>
      <vt:lpstr>COVERAGE HIGHLIGHTS</vt:lpstr>
      <vt:lpstr>INCREATE NEW CUSTOMER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HOME INSURANCE</dc:title>
  <dc:creator>Admin</dc:creator>
  <cp:lastModifiedBy>Admin</cp:lastModifiedBy>
  <cp:revision>2</cp:revision>
  <dcterms:created xsi:type="dcterms:W3CDTF">2019-06-21T07:31:04Z</dcterms:created>
  <dcterms:modified xsi:type="dcterms:W3CDTF">2019-06-21T07:45:38Z</dcterms:modified>
</cp:coreProperties>
</file>