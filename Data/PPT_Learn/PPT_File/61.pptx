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B6307A-288B-46D2-B42F-742420092DBF}">
          <p14:sldIdLst>
            <p14:sldId id="256"/>
            <p14:sldId id="259"/>
          </p14:sldIdLst>
        </p14:section>
        <p14:section name="Products and Services" id="{5EB9E94C-EEE4-4336-8525-CB9C48E0F071}">
          <p14:sldIdLst>
            <p14:sldId id="258"/>
            <p14:sldId id="260"/>
          </p14:sldIdLst>
        </p14:section>
        <p14:section name="Clubs and Teams" id="{A55DBD58-F155-467F-8B58-D6B2C0221A75}">
          <p14:sldIdLst>
            <p14:sldId id="261"/>
            <p14:sldId id="262"/>
            <p14:sldId id="263"/>
          </p14:sldIdLst>
        </p14:section>
        <p14:section name="Contact Us" id="{395B0C78-DCEB-4832-9968-76771B9ABF2B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6CCE53-A5A8-820C-830F-66182FA6E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C7E278A-7303-0765-A530-71709C7B9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A779BC3-3FF0-12FB-B17E-43885B061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A131E77-1A22-94D2-9D63-62C6A9CE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2C3975B-7702-EBFA-E566-684CA165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65326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F10269-3F1E-2442-6943-B5347659B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72DFE50-0E72-D9B9-814A-9DF3AF7CB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9382B2-DD75-1D63-E81E-BCE2BB777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FCBFDE4-59B5-35CC-F011-9BC5815B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290C811-425E-B234-61B7-A5247A05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9090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A6F54A-011B-B49B-6086-1D8157C4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A742E21-5733-8405-9F42-2FEAA8F63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A5D7CFD-BB7D-43E4-9E0D-74E7B3305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BA55458-2969-36C1-3E8A-F1419D3C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1BEC0B1-6294-16DC-21C7-5163ACD4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8990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9ED1E6-443D-A848-B1C1-5B994AA0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E50E7C9-742E-E479-EDDD-FF161628B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B8D12A1-C064-F595-6B75-C75CEBAA1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D9BAE46-61C6-9F53-4092-614E5A1A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086B968-A749-A804-457B-38EE8642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36B5A2B-77A8-3949-C20E-8571311D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2379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514B2F-175E-8B58-7F1D-B2EA1526A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D4A2626-C0C5-0096-A220-FD6C2785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9272373-3F42-1B34-35D3-AA552F82F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4AB34C2-A75F-9389-6716-4D2FAA3B2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284C8B4-9C9F-FF9D-0CC2-DB8260645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025CBE0A-FCE7-E682-7E57-79B87A0F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CA2CE00-3762-0085-8A90-3CD7AAE6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09648B4D-190D-C8A5-5537-436503B4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36062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228CAF-D6CF-5AC2-5853-7336A131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4CB0E3B-48D7-664F-312F-58A53595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2CAD6FE-63FA-EA7D-4857-0DC99DDA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8B9CE9B-C192-4FF4-0D2D-775707423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8364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8D199EA-4058-7753-4ED5-0FB60DC7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673C12D-88C2-A000-B03B-6EFAC695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F046031-E398-FC0A-DFA1-728CCF49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344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91936-CFAC-2822-2538-74F311A98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D109264-2353-971E-15C9-3CD90A9E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93AA9BA-02A2-9873-62CB-D677236C2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A216948-6BD6-95DE-47DD-9AC63A0E7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C648653-B349-150F-FB06-B6E01109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9E71BB7-F496-78CC-5A1F-AF57F1478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75061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5170AD-9B88-8718-943A-261AB302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651B434-60BB-1FE1-4944-76D3D7EDC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710998C-087C-6051-049C-AE548727A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FDE75C9-9C12-D563-2453-D61444A8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0678F4A-007D-A243-5E13-8247AAA4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53004E8-F421-2A79-3E8B-4F08B632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9092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A6E3CB-5A6A-39F3-405D-544EE4F9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3F4CF16-BA55-1510-0E60-51398A086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EFA1AE5-A0BD-5306-0337-5B3F1978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D1A89DD-4A51-54A1-9EA6-3236CEF3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7883FCB-C3E0-718F-9B60-A86DDBCB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5961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243F7EBF-7B8C-411A-E6BB-CE326D327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6C6197F-0CB5-E2BB-36B4-6D3C281E9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95EFB3F-5E75-B590-BA6D-DA489E98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D10DCB9-904B-6757-8778-42CDA941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19E86F1-DD6C-33F9-9192-AC21198C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309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4E30D8F-05F2-658B-B687-8F05A5AD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F239B5E-286D-5D75-BA68-D4E684E62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5B5ECD8-FB0D-2BB5-14D8-48006F272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3D359-E60C-41A1-8F3F-5DB4A8FBE75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34F97DC-56B7-FF8E-A2C3-E2CA18DB5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F851250-5467-FD65-E3B0-ED836687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6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Koos@adventure:works.com" TargetMode="External"/><Relationship Id="rId2" Type="http://schemas.openxmlformats.org/officeDocument/2006/relationships/hyperlink" Target="mailto:Jenni@adventure:works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69902E-8ABD-950C-9D9D-F2224E26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8945" y="3806613"/>
            <a:ext cx="3834938" cy="80063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Adventure Works Cycles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E21C1F7-FF45-7616-8395-FAFF8433D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8945" y="4948699"/>
            <a:ext cx="3918065" cy="16557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020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22C0E0-6487-B4AC-8365-17EC463D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Adventure Works Cycles</a:t>
            </a:r>
          </a:p>
        </p:txBody>
      </p:sp>
    </p:spTree>
    <p:extLst>
      <p:ext uri="{BB962C8B-B14F-4D97-AF65-F5344CB8AC3E}">
        <p14:creationId xmlns:p14="http://schemas.microsoft.com/office/powerpoint/2010/main" val="333834946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ABBD6A-B402-D9AB-FACD-37438DB9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Products and Services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ED5BE06-12BE-4721-A664-BE67ADF67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7708" y="1825625"/>
            <a:ext cx="5076092" cy="4351338"/>
          </a:xfrm>
        </p:spPr>
        <p:txBody>
          <a:bodyPr/>
          <a:lstStyle/>
          <a:p>
            <a:r>
              <a:rPr lang="en-US" dirty="0"/>
              <a:t>Bikes</a:t>
            </a:r>
          </a:p>
          <a:p>
            <a:pPr lvl="1"/>
            <a:r>
              <a:rPr lang="en-US" dirty="0"/>
              <a:t>Mountain Bikes</a:t>
            </a:r>
          </a:p>
          <a:p>
            <a:pPr lvl="1"/>
            <a:r>
              <a:rPr lang="en-US" dirty="0"/>
              <a:t>Touring Bikes </a:t>
            </a:r>
          </a:p>
          <a:p>
            <a:pPr lvl="1"/>
            <a:r>
              <a:rPr lang="en-US" dirty="0"/>
              <a:t>Adventure Bikes</a:t>
            </a:r>
          </a:p>
          <a:p>
            <a:pPr lvl="1"/>
            <a:r>
              <a:rPr lang="en-US" dirty="0"/>
              <a:t>Racing Bikes</a:t>
            </a:r>
          </a:p>
          <a:p>
            <a:r>
              <a:rPr lang="en-US" dirty="0"/>
              <a:t>Repair and maintenance</a:t>
            </a:r>
          </a:p>
          <a:p>
            <a:r>
              <a:rPr lang="en-US" dirty="0"/>
              <a:t>Parts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0" y="1494692"/>
            <a:ext cx="0" cy="40620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76450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6DB707-FA27-4F12-FE9D-507B167D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A260BC4-EAC9-76EF-30F8-BBDA95974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1861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749783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979433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183271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B1147C-0977-4E9B-8237-CB8594C97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792" y="365125"/>
            <a:ext cx="7699007" cy="1325563"/>
          </a:xfrm>
        </p:spPr>
        <p:txBody>
          <a:bodyPr/>
          <a:lstStyle/>
          <a:p>
            <a:r>
              <a:rPr lang="en-US" dirty="0"/>
              <a:t>Contact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6C0E8CD-5DD5-FBFF-E013-16ECE1694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4" y="1825625"/>
            <a:ext cx="7197436" cy="4351338"/>
          </a:xfrm>
        </p:spPr>
        <p:txBody>
          <a:bodyPr numCol="1">
            <a:normAutofit fontScale="70000" lnSpcReduction="20000"/>
          </a:bodyPr>
          <a:lstStyle/>
          <a:p>
            <a:r>
              <a:rPr lang="en-US" dirty="0"/>
              <a:t>Touring Clubs </a:t>
            </a:r>
          </a:p>
          <a:p>
            <a:pPr lvl="1"/>
            <a:r>
              <a:rPr lang="en-US" dirty="0"/>
              <a:t>Contact </a:t>
            </a:r>
            <a:r>
              <a:rPr lang="en-US" dirty="0" err="1"/>
              <a:t>Qiang</a:t>
            </a:r>
            <a:r>
              <a:rPr lang="en-US" dirty="0"/>
              <a:t> Wang</a:t>
            </a:r>
          </a:p>
          <a:p>
            <a:pPr lvl="1"/>
            <a:r>
              <a:rPr lang="en-US" dirty="0"/>
              <a:t>(424)-555-0121</a:t>
            </a:r>
          </a:p>
          <a:p>
            <a:pPr lvl="1"/>
            <a:r>
              <a:rPr lang="en-US" dirty="0" err="1"/>
              <a:t>Qiang@adventure:works.com</a:t>
            </a:r>
            <a:endParaRPr lang="en-US" dirty="0"/>
          </a:p>
          <a:p>
            <a:r>
              <a:rPr lang="en-US" dirty="0"/>
              <a:t>Racing Clubs </a:t>
            </a:r>
          </a:p>
          <a:p>
            <a:pPr lvl="1"/>
            <a:r>
              <a:rPr lang="en-US" dirty="0"/>
              <a:t>Contact Jenni </a:t>
            </a:r>
            <a:r>
              <a:rPr lang="en-US" dirty="0" err="1"/>
              <a:t>Memifield</a:t>
            </a:r>
            <a:endParaRPr lang="en-US" dirty="0"/>
          </a:p>
          <a:p>
            <a:pPr lvl="1"/>
            <a:r>
              <a:rPr lang="en-US" dirty="0"/>
              <a:t>(424)555-0145</a:t>
            </a:r>
          </a:p>
          <a:p>
            <a:pPr lvl="1"/>
            <a:r>
              <a:rPr lang="en-US" dirty="0" err="1">
                <a:hlinkClick r:id="rId2"/>
              </a:rPr>
              <a:t>Jenni@adventure:works.com</a:t>
            </a:r>
            <a:endParaRPr lang="en-US" dirty="0"/>
          </a:p>
          <a:p>
            <a:r>
              <a:rPr lang="en-US" dirty="0"/>
              <a:t>International clubs</a:t>
            </a:r>
          </a:p>
          <a:p>
            <a:pPr lvl="1"/>
            <a:r>
              <a:rPr lang="en-US" dirty="0"/>
              <a:t>Contact </a:t>
            </a:r>
            <a:r>
              <a:rPr lang="en-US" dirty="0" err="1"/>
              <a:t>Koos</a:t>
            </a:r>
            <a:r>
              <a:rPr lang="en-US" dirty="0"/>
              <a:t> </a:t>
            </a:r>
            <a:r>
              <a:rPr lang="en-US" dirty="0" err="1"/>
              <a:t>Spintor</a:t>
            </a:r>
            <a:endParaRPr lang="en-US" dirty="0"/>
          </a:p>
          <a:p>
            <a:pPr lvl="1"/>
            <a:r>
              <a:rPr lang="en-US" dirty="0"/>
              <a:t>(424)555-0198</a:t>
            </a:r>
          </a:p>
          <a:p>
            <a:pPr lvl="1"/>
            <a:r>
              <a:rPr lang="en-US" dirty="0" err="1">
                <a:hlinkClick r:id="rId3"/>
              </a:rPr>
              <a:t>Koos@adventure:works.com</a:t>
            </a:r>
            <a:endParaRPr lang="en-US" dirty="0"/>
          </a:p>
          <a:p>
            <a:r>
              <a:rPr lang="en-US" dirty="0"/>
              <a:t>Support Crews </a:t>
            </a:r>
          </a:p>
          <a:p>
            <a:pPr lvl="1"/>
            <a:r>
              <a:rPr lang="en-US" dirty="0"/>
              <a:t>Raymond K, Sam </a:t>
            </a:r>
          </a:p>
          <a:p>
            <a:pPr lvl="1"/>
            <a:r>
              <a:rPr lang="en-US" dirty="0"/>
              <a:t>(424)555-0123</a:t>
            </a:r>
          </a:p>
          <a:p>
            <a:pPr lvl="1"/>
            <a:r>
              <a:rPr lang="en-US" dirty="0" err="1"/>
              <a:t>Raymond@adventure</a:t>
            </a:r>
            <a:r>
              <a:rPr lang="en-US" dirty="0"/>
              <a:t>: works.com 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654792" y="1371600"/>
            <a:ext cx="7699008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359903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8009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61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Adventure Works Cycles</vt:lpstr>
      <vt:lpstr>Adventure Works Cycles</vt:lpstr>
      <vt:lpstr>Products and Services </vt:lpstr>
      <vt:lpstr>PowerPoint Presentation</vt:lpstr>
      <vt:lpstr>PowerPoint Presentation</vt:lpstr>
      <vt:lpstr>PowerPoint Presentation</vt:lpstr>
      <vt:lpstr>PowerPoint Presentation</vt:lpstr>
      <vt:lpstr>Contact Us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10</cp:revision>
  <dcterms:created xsi:type="dcterms:W3CDTF">2023-09-14T00:55:00Z</dcterms:created>
  <dcterms:modified xsi:type="dcterms:W3CDTF">2024-08-07T01:13:31Z</dcterms:modified>
</cp:coreProperties>
</file>