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10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11DAC8B-C280-DEBB-9DEC-64FBAB9ED8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75120760-E027-97EB-2D32-321C9E726F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981E502-8876-EDCA-501E-CD165E360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0673F-841F-4E20-9BFD-EB7560BFBFEF}" type="datetimeFigureOut">
              <a:rPr lang="en-US" smtClean="0"/>
              <a:t>11-02-2024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B27F45C-7E8D-4967-54CD-3CDD9B8D8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ABC315A-0F44-4AAB-1EA2-6928A603F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931C-732F-4BEF-8438-FB5E63E55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738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3F4F0D6-12F5-0BC1-80E2-8C4690E98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1E60A91-0032-4696-74D9-21B2F0AE8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A3485D6-26F9-63DA-FA60-628D83A23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0673F-841F-4E20-9BFD-EB7560BFBFEF}" type="datetimeFigureOut">
              <a:rPr lang="en-US" smtClean="0"/>
              <a:t>11-02-2024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716F030-7372-964A-1C99-C0417C405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D8DFBF7-6A18-0FCF-4E51-B04ACC1F4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931C-732F-4BEF-8438-FB5E63E55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147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D52ECB2-A926-B87F-5746-DE2074D72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49479DA-42F7-74D0-3317-1ADF75948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1B76791-D37F-C866-FD50-26F6016A7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0673F-841F-4E20-9BFD-EB7560BFBFEF}" type="datetimeFigureOut">
              <a:rPr lang="en-US" smtClean="0"/>
              <a:t>11-02-2024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A68FD33-5E48-9631-8544-EE1256745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EBD84EE-3EB1-1386-D1D3-0D6328DCA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931C-732F-4BEF-8438-FB5E63E55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309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10782AF-3A7B-11B7-B528-9F4FEA0C3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2F37C80-EEFE-C421-D141-D299B341A8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3944806-BCE9-858F-4799-7A56ED166C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15ACFC9D-B432-F898-BDDE-BF166A629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0673F-841F-4E20-9BFD-EB7560BFBFEF}" type="datetimeFigureOut">
              <a:rPr lang="en-US" smtClean="0"/>
              <a:t>11-02-2024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15415DF-E0F7-9F70-ACF7-927C7CE85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DFC3808-9863-C845-1FC5-2CF3423DA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931C-732F-4BEF-8438-FB5E63E55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61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04031D5-91F9-87F9-4021-D101EF813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2CAFF2B-24AE-4C64-AC81-7F64F7722F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697448B1-3553-BEF4-AD3A-3F89F8AA45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9A261BA0-8A6D-469D-6808-1AE41617CB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465A4781-9FBC-2112-5BCE-AC6F2C1284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AF146814-6390-FB7E-8802-7DBD8B77C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0673F-841F-4E20-9BFD-EB7560BFBFEF}" type="datetimeFigureOut">
              <a:rPr lang="en-US" smtClean="0"/>
              <a:t>11-02-2024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A790BA4D-A90B-123B-899D-A6939599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55D7AC53-AD52-6E27-BB58-B16641ED3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931C-732F-4BEF-8438-FB5E63E55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581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1F946DE-8DA6-B542-2AC5-596ACBB1C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10CB4725-31A7-75D1-5B94-CD40C98CF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0673F-841F-4E20-9BFD-EB7560BFBFEF}" type="datetimeFigureOut">
              <a:rPr lang="en-US" smtClean="0"/>
              <a:t>11-02-2024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6DDDFE6-BFC7-5A95-DF01-1781BD5E1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1B43748-172C-D00A-BCD0-4056EC57E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931C-732F-4BEF-8438-FB5E63E55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510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2A49387A-D286-F36E-B563-E45F3DEE0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0673F-841F-4E20-9BFD-EB7560BFBFEF}" type="datetimeFigureOut">
              <a:rPr lang="en-US" smtClean="0"/>
              <a:t>11-02-2024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639D628B-3068-705C-3827-9C9F43F06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C75FDA0-6C00-565E-042A-15A038E50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931C-732F-4BEF-8438-FB5E63E55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731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3E5DFE-2068-D20C-F300-84F25B37A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2E12669-144F-04AA-DD21-582DCC10E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8D743D8B-9FAA-E469-5F54-FC57FA2AEF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9487B4B-08F0-44F4-216C-EB752891B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0673F-841F-4E20-9BFD-EB7560BFBFEF}" type="datetimeFigureOut">
              <a:rPr lang="en-US" smtClean="0"/>
              <a:t>11-02-2024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B24DA92-A59F-5B6D-47AF-8057A40F3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8DD26D5-B8AC-5A49-0E68-799A7F951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931C-732F-4BEF-8438-FB5E63E55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944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E36CC0A-434B-FAA8-5A46-6906BBCF1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01733A6A-D6F8-011A-5D5C-F15CBF1CE2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4FD3F502-AD06-748D-3C49-6B56F2A9B2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E89CAC3-FC83-BA9E-4A12-B7009B289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0673F-841F-4E20-9BFD-EB7560BFBFEF}" type="datetimeFigureOut">
              <a:rPr lang="en-US" smtClean="0"/>
              <a:t>11-02-2024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A557FFC-D48B-B6CE-A70E-AAF77B962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D39305B-945D-21B8-C35E-654D5C1AC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931C-732F-4BEF-8438-FB5E63E55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259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27F0262-EE43-8687-1CC4-C9D0C1288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1C7638ED-7879-F46E-CC1A-B3C580DAD5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4B60E42-F805-DEB2-B70D-824B09496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0673F-841F-4E20-9BFD-EB7560BFBFEF}" type="datetimeFigureOut">
              <a:rPr lang="en-US" smtClean="0"/>
              <a:t>11-02-2024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13B3CE2-3AD3-552D-10EC-314D7A5D9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18A27AD-6B6E-8E29-AD14-D67A5ED7D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931C-732F-4BEF-8438-FB5E63E55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505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B8E4BBCE-E917-6591-4292-8D613BCEB5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D42F3F68-59D5-63AA-BF0B-E26458F5BC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F1D2B97-9FFA-7EF3-7871-F8CA81AE7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0673F-841F-4E20-9BFD-EB7560BFBFEF}" type="datetimeFigureOut">
              <a:rPr lang="en-US" smtClean="0"/>
              <a:t>11-02-2024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542E3CA-22A2-A55E-B07F-76D1DBCAB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38776EC-F152-A71E-BDC2-4D437DC68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931C-732F-4BEF-8438-FB5E63E55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498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4EDABB21-D836-EB2E-9FC9-A04FB15C6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48E87EF-418E-10BD-1B83-9842DF6EE6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7BF6764-273A-45E8-BCFB-7F1F116BAE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E0673F-841F-4E20-9BFD-EB7560BFBFEF}" type="datetimeFigureOut">
              <a:rPr lang="en-US" smtClean="0"/>
              <a:t>11-02-2024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585DF97-324C-51C3-1AC6-B99D2E0754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F3C9128-A8CB-9C7B-74BF-46D30ED381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8A931C-732F-4BEF-8438-FB5E63E55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96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11AF20E-1443-54EE-3C28-3246E40749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1589" y="4873272"/>
            <a:ext cx="10137423" cy="924806"/>
          </a:xfrm>
        </p:spPr>
        <p:txBody>
          <a:bodyPr>
            <a:normAutofit/>
          </a:bodyPr>
          <a:lstStyle/>
          <a:p>
            <a:pPr algn="l"/>
            <a:r>
              <a:rPr lang="en-US" sz="4400" dirty="0"/>
              <a:t>Welcome, Prospective Students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51DFD28-0AD8-A2EC-3E6C-42DAF0301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1589" y="5798078"/>
            <a:ext cx="9144000" cy="428095"/>
          </a:xfrm>
        </p:spPr>
        <p:txBody>
          <a:bodyPr>
            <a:normAutofit/>
          </a:bodyPr>
          <a:lstStyle/>
          <a:p>
            <a:pPr algn="l"/>
            <a:r>
              <a:rPr lang="en-US" sz="1800" dirty="0" smtClean="0"/>
              <a:t>School </a:t>
            </a:r>
            <a:r>
              <a:rPr lang="en-US" sz="1800" dirty="0"/>
              <a:t>of Fine Art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4799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752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094A120-9607-FA24-0A91-D5FCAFA40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We Are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FA37C1E-7BA1-6593-FBFD-ADD1DBCCB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2,102 Undergraduate students</a:t>
            </a:r>
          </a:p>
          <a:p>
            <a:pPr marL="0" indent="0">
              <a:buNone/>
            </a:pPr>
            <a:r>
              <a:rPr lang="en-US" dirty="0"/>
              <a:t>545 Graduate students</a:t>
            </a:r>
          </a:p>
          <a:p>
            <a:pPr marL="0" indent="0">
              <a:buNone/>
            </a:pPr>
            <a:r>
              <a:rPr lang="en-US" dirty="0"/>
              <a:t>37% International students (from 43 countries)</a:t>
            </a:r>
          </a:p>
          <a:p>
            <a:pPr marL="0" indent="0">
              <a:buNone/>
            </a:pPr>
            <a:r>
              <a:rPr lang="en-US" dirty="0"/>
              <a:t>9:1 Students-to-faculty ratio</a:t>
            </a:r>
          </a:p>
          <a:p>
            <a:pPr marL="0" indent="0">
              <a:buNone/>
            </a:pPr>
            <a:r>
              <a:rPr lang="en-US" dirty="0"/>
              <a:t>13 Students (average class size)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793" y="3016251"/>
            <a:ext cx="3314007" cy="248550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597922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E18709E-8D3C-B099-BCE6-19A71A6CE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92293DA-7680-4C8F-5C92-27A96A439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990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4DC8C9C-CC0D-C9A1-6E70-DA59C9BEE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82D19CF-C637-F956-CC8A-6E330271B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437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68D8D73-0841-CA7F-9B05-F5F9FC8AF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9F37900-A00B-8105-8EF2-6DE609FD9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948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36</Words>
  <Application>Microsoft Office PowerPoint</Application>
  <PresentationFormat>Widescreen</PresentationFormat>
  <Paragraphs>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Welcome, Prospective Students</vt:lpstr>
      <vt:lpstr>Who We Are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Administrator</cp:lastModifiedBy>
  <cp:revision>5</cp:revision>
  <dcterms:created xsi:type="dcterms:W3CDTF">2023-09-14T01:00:02Z</dcterms:created>
  <dcterms:modified xsi:type="dcterms:W3CDTF">2024-02-11T07:31:28Z</dcterms:modified>
</cp:coreProperties>
</file>