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56" r:id="rId4"/>
    <p:sldId id="260" r:id="rId5"/>
    <p:sldId id="257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29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7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6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0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51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44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93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1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8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33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3039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86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9601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09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73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9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12A9D-F66B-40F0-BDB1-D145C11718A3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D5A13C2-6453-4668-A3D3-8A3C2B31A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5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3BB4E5-D37A-6CE1-49E0-0533FFC14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669041"/>
            <a:ext cx="3878090" cy="1280890"/>
          </a:xfrm>
        </p:spPr>
        <p:txBody>
          <a:bodyPr/>
          <a:lstStyle/>
          <a:p>
            <a:r>
              <a:rPr lang="en-US" dirty="0"/>
              <a:t>New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0F7A389-FCCC-2419-97FE-E236D9827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3790604"/>
            <a:ext cx="3878090" cy="2120618"/>
          </a:xfrm>
        </p:spPr>
        <p:txBody>
          <a:bodyPr/>
          <a:lstStyle/>
          <a:p>
            <a:r>
              <a:rPr lang="en-US" dirty="0" err="1"/>
              <a:t>Fobrikom</a:t>
            </a:r>
            <a:r>
              <a:rPr lang="en-US" dirty="0"/>
              <a:t> Residences </a:t>
            </a:r>
          </a:p>
          <a:p>
            <a:r>
              <a:rPr lang="en-US" dirty="0"/>
              <a:t>Landscape Division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581" y="2075045"/>
            <a:ext cx="4539434" cy="301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95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5A793CB-C350-8941-7B83-67DFC1FAA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761BEAD-3599-B467-AF5A-6B7E13305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5291253" cy="3777622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063" y="0"/>
            <a:ext cx="2261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53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DC81CD2D-3976-0FAA-138C-CA3745603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Rock Fountain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3220D65-0708-5ECF-9417-B04FD77B41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="" xmlns:a16="http://schemas.microsoft.com/office/drawing/2014/main" id="{D9567B41-08DD-1C55-BF2D-21ECEF2F62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Concrete freestanding fountain</a:t>
            </a:r>
          </a:p>
          <a:p>
            <a:r>
              <a:rPr lang="en-US" dirty="0"/>
              <a:t>4 feel (1.2 m) in height </a:t>
            </a:r>
          </a:p>
          <a:p>
            <a:r>
              <a:rPr lang="en-US" dirty="0"/>
              <a:t>Electric pump included </a:t>
            </a:r>
          </a:p>
          <a:p>
            <a:r>
              <a:rPr lang="en-US" dirty="0"/>
              <a:t>Weatherproof</a:t>
            </a:r>
          </a:p>
          <a:p>
            <a:r>
              <a:rPr lang="en-US" dirty="0"/>
              <a:t>Minimal assembly required</a:t>
            </a:r>
          </a:p>
          <a:p>
            <a:r>
              <a:rPr lang="en-US" dirty="0"/>
              <a:t>Standard delivery fee</a:t>
            </a:r>
          </a:p>
        </p:txBody>
      </p:sp>
    </p:spTree>
    <p:extLst>
      <p:ext uri="{BB962C8B-B14F-4D97-AF65-F5344CB8AC3E}">
        <p14:creationId xmlns:p14="http://schemas.microsoft.com/office/powerpoint/2010/main" val="3026888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BBFDF2-2F6D-1DA8-8ED8-AE7B106A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Octagonal Gazebo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FC79586-D223-AC04-C01A-69D497EE0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809115" cy="3777622"/>
          </a:xfrm>
        </p:spPr>
        <p:txBody>
          <a:bodyPr/>
          <a:lstStyle/>
          <a:p>
            <a:r>
              <a:rPr lang="en-US" dirty="0"/>
              <a:t>12 foot (3.6 m) diameter</a:t>
            </a:r>
          </a:p>
          <a:p>
            <a:r>
              <a:rPr lang="en-US" dirty="0"/>
              <a:t>Cedar construction</a:t>
            </a:r>
          </a:p>
          <a:p>
            <a:r>
              <a:rPr lang="en-US" dirty="0" smtClean="0"/>
              <a:t>Additional </a:t>
            </a:r>
            <a:r>
              <a:rPr lang="en-US" dirty="0"/>
              <a:t>delivery </a:t>
            </a:r>
            <a:r>
              <a:rPr lang="en-US" dirty="0" smtClean="0"/>
              <a:t>fee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Kit includes</a:t>
            </a:r>
          </a:p>
          <a:p>
            <a:r>
              <a:rPr lang="en-US" dirty="0"/>
              <a:t>All cedar wood pieces</a:t>
            </a:r>
          </a:p>
          <a:p>
            <a:r>
              <a:rPr lang="en-US" dirty="0"/>
              <a:t>Shingles</a:t>
            </a:r>
          </a:p>
          <a:p>
            <a:r>
              <a:rPr lang="en-US" dirty="0"/>
              <a:t>All hardware (nails, screws, </a:t>
            </a:r>
            <a:r>
              <a:rPr lang="en-US" dirty="0" smtClean="0"/>
              <a:t>etc</a:t>
            </a:r>
            <a:r>
              <a:rPr lang="en-US" dirty="0"/>
              <a:t>.)</a:t>
            </a:r>
          </a:p>
          <a:p>
            <a:r>
              <a:rPr lang="en-US" dirty="0" smtClean="0"/>
              <a:t>Illustrated </a:t>
            </a:r>
            <a:r>
              <a:rPr lang="en-US" dirty="0"/>
              <a:t>instructions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712" y="2349904"/>
            <a:ext cx="13335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81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2146F4-B87E-7761-3C6A-2548C9F78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Coneflower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E56FF35-E36E-C251-4E88-BA0094AA4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3462453" cy="1839884"/>
          </a:xfrm>
        </p:spPr>
        <p:txBody>
          <a:bodyPr/>
          <a:lstStyle/>
          <a:p>
            <a:r>
              <a:rPr lang="en-US" dirty="0"/>
              <a:t>Height: 36-48” (90-120 cm)</a:t>
            </a:r>
          </a:p>
          <a:p>
            <a:r>
              <a:rPr lang="en-US" dirty="0"/>
              <a:t>Width: 18” (45 cm)</a:t>
            </a:r>
          </a:p>
          <a:p>
            <a:r>
              <a:rPr lang="en-US" dirty="0"/>
              <a:t>Bloom time: </a:t>
            </a:r>
            <a:r>
              <a:rPr lang="en-US" dirty="0" smtClean="0"/>
              <a:t>???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5628" y="2133600"/>
            <a:ext cx="3399179" cy="343592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AE56FF35-E36E-C251-4E88-BA0094AA4F9C}"/>
              </a:ext>
            </a:extLst>
          </p:cNvPr>
          <p:cNvSpPr txBox="1">
            <a:spLocks/>
          </p:cNvSpPr>
          <p:nvPr/>
        </p:nvSpPr>
        <p:spPr>
          <a:xfrm>
            <a:off x="2589212" y="3851563"/>
            <a:ext cx="4576359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Grows easily</a:t>
            </a:r>
          </a:p>
          <a:p>
            <a:r>
              <a:rPr lang="en-US" dirty="0" smtClean="0"/>
              <a:t>Blooms for more than 4 weeks</a:t>
            </a:r>
          </a:p>
          <a:p>
            <a:r>
              <a:rPr lang="en-US" dirty="0" smtClean="0"/>
              <a:t>Attracts bees</a:t>
            </a:r>
          </a:p>
          <a:p>
            <a:r>
              <a:rPr lang="en-US" dirty="0" smtClean="0"/>
              <a:t>Attracts birds</a:t>
            </a:r>
          </a:p>
          <a:p>
            <a:r>
              <a:rPr lang="en-US" dirty="0" smtClean="0"/>
              <a:t>Attracts butterflies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108960" y="3557847"/>
            <a:ext cx="162929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868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4505F3-C39F-29AE-E453-91A39EA1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8615FBB-7A00-FCF0-C6F2-7E359EEF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0519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41</TotalTime>
  <Words>97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Wisp</vt:lpstr>
      <vt:lpstr>New Products</vt:lpstr>
      <vt:lpstr>Products</vt:lpstr>
      <vt:lpstr>Rock Fountain</vt:lpstr>
      <vt:lpstr>Octagonal Gazebo</vt:lpstr>
      <vt:lpstr>Coneflower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4</cp:revision>
  <dcterms:created xsi:type="dcterms:W3CDTF">2023-09-14T00:31:49Z</dcterms:created>
  <dcterms:modified xsi:type="dcterms:W3CDTF">2024-02-13T04:07:40Z</dcterms:modified>
</cp:coreProperties>
</file>