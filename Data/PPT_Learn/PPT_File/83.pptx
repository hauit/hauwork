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276" r:id="rId6"/>
    <p:sldId id="277" r:id="rId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7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4.jpg&amp;ehk=6Y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5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6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="" xmlns:a16="http://schemas.microsoft.com/office/drawing/2014/main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="" xmlns:a16="http://schemas.microsoft.com/office/drawing/2014/main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="" xmlns:a16="http://schemas.microsoft.com/office/drawing/2014/main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http://schemas.openxmlformats.org/package/2006/metadata/core-properties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4873beb7-5857-4685-be1f-d57550cc96c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586</TotalTime>
  <Words>55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7</cp:revision>
  <dcterms:created xsi:type="dcterms:W3CDTF">2018-06-09T00:36:35Z</dcterms:created>
  <dcterms:modified xsi:type="dcterms:W3CDTF">2020-09-03T03:26:58Z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