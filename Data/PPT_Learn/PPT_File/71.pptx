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D8FE22-518A-4BBC-90F5-BB8FC2C0156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FC48E9-A0D4-4682-8AA6-900336EA9BD5}">
      <dgm:prSet phldrT="[Text]"/>
      <dgm:spPr/>
      <dgm:t>
        <a:bodyPr/>
        <a:lstStyle/>
        <a:p>
          <a:r>
            <a:rPr lang="en-US" dirty="0" smtClean="0"/>
            <a:t>New building</a:t>
          </a:r>
        </a:p>
      </dgm:t>
    </dgm:pt>
    <dgm:pt modelId="{EC7B3D52-0CCD-4FEB-A500-D29F1F490DDB}" type="parTrans" cxnId="{BADE2EAC-C224-4554-8FD3-DA2D4DA6B082}">
      <dgm:prSet/>
      <dgm:spPr/>
      <dgm:t>
        <a:bodyPr/>
        <a:lstStyle/>
        <a:p>
          <a:endParaRPr lang="en-US"/>
        </a:p>
      </dgm:t>
    </dgm:pt>
    <dgm:pt modelId="{D6828B6C-8388-4A9D-A918-ECC7C8B1BC10}" type="sibTrans" cxnId="{BADE2EAC-C224-4554-8FD3-DA2D4DA6B082}">
      <dgm:prSet/>
      <dgm:spPr/>
      <dgm:t>
        <a:bodyPr/>
        <a:lstStyle/>
        <a:p>
          <a:endParaRPr lang="en-US"/>
        </a:p>
      </dgm:t>
    </dgm:pt>
    <dgm:pt modelId="{1EBDAC77-9F58-4BB2-B3C8-79A6A7E8A6E1}">
      <dgm:prSet/>
      <dgm:spPr/>
      <dgm:t>
        <a:bodyPr/>
        <a:lstStyle/>
        <a:p>
          <a:r>
            <a:rPr lang="en-US" dirty="0" smtClean="0"/>
            <a:t>New vineyard</a:t>
          </a:r>
          <a:endParaRPr lang="en-US" dirty="0"/>
        </a:p>
      </dgm:t>
    </dgm:pt>
    <dgm:pt modelId="{751C8C45-D96F-4200-A92C-07B0DC0F632B}" type="parTrans" cxnId="{C9B6FB09-B3C7-45F0-8934-677DA5AC0CD0}">
      <dgm:prSet/>
      <dgm:spPr/>
      <dgm:t>
        <a:bodyPr/>
        <a:lstStyle/>
        <a:p>
          <a:endParaRPr lang="en-US"/>
        </a:p>
      </dgm:t>
    </dgm:pt>
    <dgm:pt modelId="{CA9665D7-7674-4450-A072-D59F8011EDE5}" type="sibTrans" cxnId="{C9B6FB09-B3C7-45F0-8934-677DA5AC0CD0}">
      <dgm:prSet/>
      <dgm:spPr/>
      <dgm:t>
        <a:bodyPr/>
        <a:lstStyle/>
        <a:p>
          <a:endParaRPr lang="en-US"/>
        </a:p>
      </dgm:t>
    </dgm:pt>
    <dgm:pt modelId="{3879BDCA-47D3-4B1E-997F-4024FA6C959B}">
      <dgm:prSet/>
      <dgm:spPr/>
      <dgm:t>
        <a:bodyPr/>
        <a:lstStyle/>
        <a:p>
          <a:r>
            <a:rPr lang="en-US" dirty="0" smtClean="0"/>
            <a:t>New excitement</a:t>
          </a:r>
          <a:endParaRPr lang="en-US" dirty="0"/>
        </a:p>
      </dgm:t>
    </dgm:pt>
    <dgm:pt modelId="{C3BD77C7-4E7A-46C5-B3EF-3E56D9AF9481}" type="parTrans" cxnId="{FA16A45E-4553-4376-883B-961F8ED451E8}">
      <dgm:prSet/>
      <dgm:spPr/>
      <dgm:t>
        <a:bodyPr/>
        <a:lstStyle/>
        <a:p>
          <a:endParaRPr lang="en-US"/>
        </a:p>
      </dgm:t>
    </dgm:pt>
    <dgm:pt modelId="{BEB8C890-60B5-4513-9964-B2E3FFC98C69}" type="sibTrans" cxnId="{FA16A45E-4553-4376-883B-961F8ED451E8}">
      <dgm:prSet/>
      <dgm:spPr/>
      <dgm:t>
        <a:bodyPr/>
        <a:lstStyle/>
        <a:p>
          <a:endParaRPr lang="en-US"/>
        </a:p>
      </dgm:t>
    </dgm:pt>
    <dgm:pt modelId="{81D5F2F6-9418-4130-A822-AF24535FAFF4}" type="pres">
      <dgm:prSet presAssocID="{6ED8FE22-518A-4BBC-90F5-BB8FC2C0156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CF81AE9-26DD-42D8-80FE-AAA8B7AD0FC9}" type="pres">
      <dgm:prSet presAssocID="{39FC48E9-A0D4-4682-8AA6-900336EA9BD5}" presName="parentLin" presStyleCnt="0"/>
      <dgm:spPr/>
    </dgm:pt>
    <dgm:pt modelId="{D1DC0DE6-7086-4DD5-97A1-85E21EC8BD0C}" type="pres">
      <dgm:prSet presAssocID="{39FC48E9-A0D4-4682-8AA6-900336EA9BD5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EFF4C2EC-22F3-404D-89A4-B7676EE1073E}" type="pres">
      <dgm:prSet presAssocID="{39FC48E9-A0D4-4682-8AA6-900336EA9BD5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A96607A-5534-4092-996B-78AF6F2E5952}" type="pres">
      <dgm:prSet presAssocID="{39FC48E9-A0D4-4682-8AA6-900336EA9BD5}" presName="negativeSpace" presStyleCnt="0"/>
      <dgm:spPr/>
    </dgm:pt>
    <dgm:pt modelId="{73BD2346-CBC1-477C-ADB9-E913E7111BF9}" type="pres">
      <dgm:prSet presAssocID="{39FC48E9-A0D4-4682-8AA6-900336EA9BD5}" presName="childText" presStyleLbl="conFgAcc1" presStyleIdx="0" presStyleCnt="3">
        <dgm:presLayoutVars>
          <dgm:bulletEnabled val="1"/>
        </dgm:presLayoutVars>
      </dgm:prSet>
      <dgm:spPr/>
    </dgm:pt>
    <dgm:pt modelId="{F5E52BD3-D514-4761-A01C-9D0E21D300C6}" type="pres">
      <dgm:prSet presAssocID="{D6828B6C-8388-4A9D-A918-ECC7C8B1BC10}" presName="spaceBetweenRectangles" presStyleCnt="0"/>
      <dgm:spPr/>
    </dgm:pt>
    <dgm:pt modelId="{6FC2831E-89D3-459D-8424-9F1A6091712E}" type="pres">
      <dgm:prSet presAssocID="{1EBDAC77-9F58-4BB2-B3C8-79A6A7E8A6E1}" presName="parentLin" presStyleCnt="0"/>
      <dgm:spPr/>
    </dgm:pt>
    <dgm:pt modelId="{911BA250-D67B-450D-9E0D-1F9C7A694F3C}" type="pres">
      <dgm:prSet presAssocID="{1EBDAC77-9F58-4BB2-B3C8-79A6A7E8A6E1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D2E47356-09EA-4F22-B49E-1D810AEE06DF}" type="pres">
      <dgm:prSet presAssocID="{1EBDAC77-9F58-4BB2-B3C8-79A6A7E8A6E1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7AF1838-6830-478B-8491-EFF644F9D4CA}" type="pres">
      <dgm:prSet presAssocID="{1EBDAC77-9F58-4BB2-B3C8-79A6A7E8A6E1}" presName="negativeSpace" presStyleCnt="0"/>
      <dgm:spPr/>
    </dgm:pt>
    <dgm:pt modelId="{3A1B5490-47E5-4B83-937E-702047B61D13}" type="pres">
      <dgm:prSet presAssocID="{1EBDAC77-9F58-4BB2-B3C8-79A6A7E8A6E1}" presName="childText" presStyleLbl="conFgAcc1" presStyleIdx="1" presStyleCnt="3">
        <dgm:presLayoutVars>
          <dgm:bulletEnabled val="1"/>
        </dgm:presLayoutVars>
      </dgm:prSet>
      <dgm:spPr/>
    </dgm:pt>
    <dgm:pt modelId="{12824EDD-9339-4913-B775-C7AA517E2A05}" type="pres">
      <dgm:prSet presAssocID="{CA9665D7-7674-4450-A072-D59F8011EDE5}" presName="spaceBetweenRectangles" presStyleCnt="0"/>
      <dgm:spPr/>
    </dgm:pt>
    <dgm:pt modelId="{03E67F7E-F83F-4723-A5A0-269CD2594DDE}" type="pres">
      <dgm:prSet presAssocID="{3879BDCA-47D3-4B1E-997F-4024FA6C959B}" presName="parentLin" presStyleCnt="0"/>
      <dgm:spPr/>
    </dgm:pt>
    <dgm:pt modelId="{EA19A03E-00D3-4094-9FB2-42DF0580C64D}" type="pres">
      <dgm:prSet presAssocID="{3879BDCA-47D3-4B1E-997F-4024FA6C959B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26653BD7-C8CF-475D-A388-E4396CB754A4}" type="pres">
      <dgm:prSet presAssocID="{3879BDCA-47D3-4B1E-997F-4024FA6C959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30526C-77DD-47E6-AACB-987F59C661CE}" type="pres">
      <dgm:prSet presAssocID="{3879BDCA-47D3-4B1E-997F-4024FA6C959B}" presName="negativeSpace" presStyleCnt="0"/>
      <dgm:spPr/>
    </dgm:pt>
    <dgm:pt modelId="{EED60FA3-897E-4A38-9D64-81EB0DD8C116}" type="pres">
      <dgm:prSet presAssocID="{3879BDCA-47D3-4B1E-997F-4024FA6C959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C9B6FB09-B3C7-45F0-8934-677DA5AC0CD0}" srcId="{6ED8FE22-518A-4BBC-90F5-BB8FC2C0156E}" destId="{1EBDAC77-9F58-4BB2-B3C8-79A6A7E8A6E1}" srcOrd="1" destOrd="0" parTransId="{751C8C45-D96F-4200-A92C-07B0DC0F632B}" sibTransId="{CA9665D7-7674-4450-A072-D59F8011EDE5}"/>
    <dgm:cxn modelId="{5EDC69C7-51D2-47F8-840C-5A7F5AADD7F9}" type="presOf" srcId="{1EBDAC77-9F58-4BB2-B3C8-79A6A7E8A6E1}" destId="{911BA250-D67B-450D-9E0D-1F9C7A694F3C}" srcOrd="0" destOrd="0" presId="urn:microsoft.com/office/officeart/2005/8/layout/list1"/>
    <dgm:cxn modelId="{A9C2D29E-E760-4063-BB11-7D39F6DCCEEF}" type="presOf" srcId="{6ED8FE22-518A-4BBC-90F5-BB8FC2C0156E}" destId="{81D5F2F6-9418-4130-A822-AF24535FAFF4}" srcOrd="0" destOrd="0" presId="urn:microsoft.com/office/officeart/2005/8/layout/list1"/>
    <dgm:cxn modelId="{4ED49ED2-8945-4C53-B495-65AC052852BA}" type="presOf" srcId="{3879BDCA-47D3-4B1E-997F-4024FA6C959B}" destId="{26653BD7-C8CF-475D-A388-E4396CB754A4}" srcOrd="1" destOrd="0" presId="urn:microsoft.com/office/officeart/2005/8/layout/list1"/>
    <dgm:cxn modelId="{BADE2EAC-C224-4554-8FD3-DA2D4DA6B082}" srcId="{6ED8FE22-518A-4BBC-90F5-BB8FC2C0156E}" destId="{39FC48E9-A0D4-4682-8AA6-900336EA9BD5}" srcOrd="0" destOrd="0" parTransId="{EC7B3D52-0CCD-4FEB-A500-D29F1F490DDB}" sibTransId="{D6828B6C-8388-4A9D-A918-ECC7C8B1BC10}"/>
    <dgm:cxn modelId="{2960D355-0371-4CF1-B55B-4FFCF24AF918}" type="presOf" srcId="{3879BDCA-47D3-4B1E-997F-4024FA6C959B}" destId="{EA19A03E-00D3-4094-9FB2-42DF0580C64D}" srcOrd="0" destOrd="0" presId="urn:microsoft.com/office/officeart/2005/8/layout/list1"/>
    <dgm:cxn modelId="{E20FB53A-7BB4-4C22-821B-C47DE47C64A9}" type="presOf" srcId="{1EBDAC77-9F58-4BB2-B3C8-79A6A7E8A6E1}" destId="{D2E47356-09EA-4F22-B49E-1D810AEE06DF}" srcOrd="1" destOrd="0" presId="urn:microsoft.com/office/officeart/2005/8/layout/list1"/>
    <dgm:cxn modelId="{BBC28C41-1BD5-4015-B01A-16AD865EDA96}" type="presOf" srcId="{39FC48E9-A0D4-4682-8AA6-900336EA9BD5}" destId="{D1DC0DE6-7086-4DD5-97A1-85E21EC8BD0C}" srcOrd="0" destOrd="0" presId="urn:microsoft.com/office/officeart/2005/8/layout/list1"/>
    <dgm:cxn modelId="{4C767DA5-EA4B-4E5F-BDA6-FBD24BA777D6}" type="presOf" srcId="{39FC48E9-A0D4-4682-8AA6-900336EA9BD5}" destId="{EFF4C2EC-22F3-404D-89A4-B7676EE1073E}" srcOrd="1" destOrd="0" presId="urn:microsoft.com/office/officeart/2005/8/layout/list1"/>
    <dgm:cxn modelId="{FA16A45E-4553-4376-883B-961F8ED451E8}" srcId="{6ED8FE22-518A-4BBC-90F5-BB8FC2C0156E}" destId="{3879BDCA-47D3-4B1E-997F-4024FA6C959B}" srcOrd="2" destOrd="0" parTransId="{C3BD77C7-4E7A-46C5-B3EF-3E56D9AF9481}" sibTransId="{BEB8C890-60B5-4513-9964-B2E3FFC98C69}"/>
    <dgm:cxn modelId="{884867FA-CD17-4503-B61E-582C5CCEFE0F}" type="presParOf" srcId="{81D5F2F6-9418-4130-A822-AF24535FAFF4}" destId="{8CF81AE9-26DD-42D8-80FE-AAA8B7AD0FC9}" srcOrd="0" destOrd="0" presId="urn:microsoft.com/office/officeart/2005/8/layout/list1"/>
    <dgm:cxn modelId="{9C5EB51B-6BF4-4C65-A90A-D696CC93C6D7}" type="presParOf" srcId="{8CF81AE9-26DD-42D8-80FE-AAA8B7AD0FC9}" destId="{D1DC0DE6-7086-4DD5-97A1-85E21EC8BD0C}" srcOrd="0" destOrd="0" presId="urn:microsoft.com/office/officeart/2005/8/layout/list1"/>
    <dgm:cxn modelId="{7E33F683-117C-41CA-895D-76B5F0DEAA2B}" type="presParOf" srcId="{8CF81AE9-26DD-42D8-80FE-AAA8B7AD0FC9}" destId="{EFF4C2EC-22F3-404D-89A4-B7676EE1073E}" srcOrd="1" destOrd="0" presId="urn:microsoft.com/office/officeart/2005/8/layout/list1"/>
    <dgm:cxn modelId="{E8CAE6E7-CEB4-4249-A92D-DDF71DE13419}" type="presParOf" srcId="{81D5F2F6-9418-4130-A822-AF24535FAFF4}" destId="{7A96607A-5534-4092-996B-78AF6F2E5952}" srcOrd="1" destOrd="0" presId="urn:microsoft.com/office/officeart/2005/8/layout/list1"/>
    <dgm:cxn modelId="{ED36D7D5-DC32-4B11-8C59-CF561467174C}" type="presParOf" srcId="{81D5F2F6-9418-4130-A822-AF24535FAFF4}" destId="{73BD2346-CBC1-477C-ADB9-E913E7111BF9}" srcOrd="2" destOrd="0" presId="urn:microsoft.com/office/officeart/2005/8/layout/list1"/>
    <dgm:cxn modelId="{005AEA44-B315-4E6F-B658-01C6D4A47707}" type="presParOf" srcId="{81D5F2F6-9418-4130-A822-AF24535FAFF4}" destId="{F5E52BD3-D514-4761-A01C-9D0E21D300C6}" srcOrd="3" destOrd="0" presId="urn:microsoft.com/office/officeart/2005/8/layout/list1"/>
    <dgm:cxn modelId="{CBD26906-D012-49CA-A859-0437FA7A4F28}" type="presParOf" srcId="{81D5F2F6-9418-4130-A822-AF24535FAFF4}" destId="{6FC2831E-89D3-459D-8424-9F1A6091712E}" srcOrd="4" destOrd="0" presId="urn:microsoft.com/office/officeart/2005/8/layout/list1"/>
    <dgm:cxn modelId="{1C710227-09EA-499A-B411-7555350AE2CE}" type="presParOf" srcId="{6FC2831E-89D3-459D-8424-9F1A6091712E}" destId="{911BA250-D67B-450D-9E0D-1F9C7A694F3C}" srcOrd="0" destOrd="0" presId="urn:microsoft.com/office/officeart/2005/8/layout/list1"/>
    <dgm:cxn modelId="{34685964-E60C-4E21-9E24-45F52E567A27}" type="presParOf" srcId="{6FC2831E-89D3-459D-8424-9F1A6091712E}" destId="{D2E47356-09EA-4F22-B49E-1D810AEE06DF}" srcOrd="1" destOrd="0" presId="urn:microsoft.com/office/officeart/2005/8/layout/list1"/>
    <dgm:cxn modelId="{B8DADE33-C448-42FC-BABB-1475C6961AC6}" type="presParOf" srcId="{81D5F2F6-9418-4130-A822-AF24535FAFF4}" destId="{37AF1838-6830-478B-8491-EFF644F9D4CA}" srcOrd="5" destOrd="0" presId="urn:microsoft.com/office/officeart/2005/8/layout/list1"/>
    <dgm:cxn modelId="{2200799D-B287-4D37-A560-79E32A9B7377}" type="presParOf" srcId="{81D5F2F6-9418-4130-A822-AF24535FAFF4}" destId="{3A1B5490-47E5-4B83-937E-702047B61D13}" srcOrd="6" destOrd="0" presId="urn:microsoft.com/office/officeart/2005/8/layout/list1"/>
    <dgm:cxn modelId="{069C4354-B545-4559-A353-9BD565551920}" type="presParOf" srcId="{81D5F2F6-9418-4130-A822-AF24535FAFF4}" destId="{12824EDD-9339-4913-B775-C7AA517E2A05}" srcOrd="7" destOrd="0" presId="urn:microsoft.com/office/officeart/2005/8/layout/list1"/>
    <dgm:cxn modelId="{34DFD422-A42D-4D8E-93F7-8E0710226A35}" type="presParOf" srcId="{81D5F2F6-9418-4130-A822-AF24535FAFF4}" destId="{03E67F7E-F83F-4723-A5A0-269CD2594DDE}" srcOrd="8" destOrd="0" presId="urn:microsoft.com/office/officeart/2005/8/layout/list1"/>
    <dgm:cxn modelId="{C9279763-7915-480F-B48A-E231D7227836}" type="presParOf" srcId="{03E67F7E-F83F-4723-A5A0-269CD2594DDE}" destId="{EA19A03E-00D3-4094-9FB2-42DF0580C64D}" srcOrd="0" destOrd="0" presId="urn:microsoft.com/office/officeart/2005/8/layout/list1"/>
    <dgm:cxn modelId="{9F088AAD-D2BD-4CAA-A3A3-ED8EEEA136C6}" type="presParOf" srcId="{03E67F7E-F83F-4723-A5A0-269CD2594DDE}" destId="{26653BD7-C8CF-475D-A388-E4396CB754A4}" srcOrd="1" destOrd="0" presId="urn:microsoft.com/office/officeart/2005/8/layout/list1"/>
    <dgm:cxn modelId="{DE5E6070-651B-40E5-8EE4-4EE530FA5254}" type="presParOf" srcId="{81D5F2F6-9418-4130-A822-AF24535FAFF4}" destId="{0530526C-77DD-47E6-AACB-987F59C661CE}" srcOrd="9" destOrd="0" presId="urn:microsoft.com/office/officeart/2005/8/layout/list1"/>
    <dgm:cxn modelId="{A7FFBC2F-6BBC-41E4-BE98-2DA3BCFACA51}" type="presParOf" srcId="{81D5F2F6-9418-4130-A822-AF24535FAFF4}" destId="{EED60FA3-897E-4A38-9D64-81EB0DD8C116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BD2346-CBC1-477C-ADB9-E913E7111BF9}">
      <dsp:nvSpPr>
        <dsp:cNvPr id="0" name=""/>
        <dsp:cNvSpPr/>
      </dsp:nvSpPr>
      <dsp:spPr>
        <a:xfrm>
          <a:off x="0" y="504102"/>
          <a:ext cx="729488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4C2EC-22F3-404D-89A4-B7676EE1073E}">
      <dsp:nvSpPr>
        <dsp:cNvPr id="0" name=""/>
        <dsp:cNvSpPr/>
      </dsp:nvSpPr>
      <dsp:spPr>
        <a:xfrm>
          <a:off x="364744" y="2262"/>
          <a:ext cx="5106416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010" tIns="0" rIns="193010" bIns="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New building</a:t>
          </a:r>
        </a:p>
      </dsp:txBody>
      <dsp:txXfrm>
        <a:off x="413740" y="51258"/>
        <a:ext cx="5008424" cy="905688"/>
      </dsp:txXfrm>
    </dsp:sp>
    <dsp:sp modelId="{3A1B5490-47E5-4B83-937E-702047B61D13}">
      <dsp:nvSpPr>
        <dsp:cNvPr id="0" name=""/>
        <dsp:cNvSpPr/>
      </dsp:nvSpPr>
      <dsp:spPr>
        <a:xfrm>
          <a:off x="0" y="2046342"/>
          <a:ext cx="729488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E47356-09EA-4F22-B49E-1D810AEE06DF}">
      <dsp:nvSpPr>
        <dsp:cNvPr id="0" name=""/>
        <dsp:cNvSpPr/>
      </dsp:nvSpPr>
      <dsp:spPr>
        <a:xfrm>
          <a:off x="364744" y="1544502"/>
          <a:ext cx="5106416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010" tIns="0" rIns="193010" bIns="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New vineyard</a:t>
          </a:r>
          <a:endParaRPr lang="en-US" sz="3400" kern="1200" dirty="0"/>
        </a:p>
      </dsp:txBody>
      <dsp:txXfrm>
        <a:off x="413740" y="1593498"/>
        <a:ext cx="5008424" cy="905688"/>
      </dsp:txXfrm>
    </dsp:sp>
    <dsp:sp modelId="{EED60FA3-897E-4A38-9D64-81EB0DD8C116}">
      <dsp:nvSpPr>
        <dsp:cNvPr id="0" name=""/>
        <dsp:cNvSpPr/>
      </dsp:nvSpPr>
      <dsp:spPr>
        <a:xfrm>
          <a:off x="0" y="3588582"/>
          <a:ext cx="7294880" cy="856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53BD7-C8CF-475D-A388-E4396CB754A4}">
      <dsp:nvSpPr>
        <dsp:cNvPr id="0" name=""/>
        <dsp:cNvSpPr/>
      </dsp:nvSpPr>
      <dsp:spPr>
        <a:xfrm>
          <a:off x="364744" y="3086742"/>
          <a:ext cx="5106416" cy="100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3010" tIns="0" rIns="193010" bIns="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New excitement</a:t>
          </a:r>
          <a:endParaRPr lang="en-US" sz="3400" kern="1200" dirty="0"/>
        </a:p>
      </dsp:txBody>
      <dsp:txXfrm>
        <a:off x="413740" y="3135738"/>
        <a:ext cx="5008424" cy="905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01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470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859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81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20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5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11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46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073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3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53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9ED869-5E23-4B6E-BE88-F58AC4C46DD5}" type="datetimeFigureOut">
              <a:rPr lang="en-US" smtClean="0"/>
              <a:t>7/16/2019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BD11A-7366-4139-B232-38ABCAE11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7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Coho Vineyard</a:t>
            </a:r>
            <a:br>
              <a:rPr lang="en-US" dirty="0" smtClean="0"/>
            </a:br>
            <a:r>
              <a:rPr lang="en-US" dirty="0" smtClean="0"/>
              <a:t>&amp; Winery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58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Facilities and Vineyard</a:t>
            </a:r>
            <a:endParaRPr lang="en-US" dirty="0"/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120" y="2130446"/>
            <a:ext cx="5219700" cy="4236979"/>
          </a:xfrm>
          <a:prstGeom prst="rect">
            <a:avLst/>
          </a:prstGeom>
        </p:spPr>
      </p:pic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54" y="1430478"/>
            <a:ext cx="5821946" cy="387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97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can’t wait…</a:t>
            </a:r>
            <a:endParaRPr lang="en-US" dirty="0"/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4146709865"/>
              </p:ext>
            </p:extLst>
          </p:nvPr>
        </p:nvGraphicFramePr>
        <p:xfrm>
          <a:off x="2032000" y="1690688"/>
          <a:ext cx="7294880" cy="44476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241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620" y="324114"/>
            <a:ext cx="9486900" cy="653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620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new building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Restaurant</a:t>
            </a:r>
          </a:p>
          <a:p>
            <a:r>
              <a:rPr lang="en-US" dirty="0" smtClean="0"/>
              <a:t>Performance venue</a:t>
            </a:r>
          </a:p>
          <a:p>
            <a:r>
              <a:rPr lang="en-US" dirty="0" smtClean="0"/>
              <a:t>Meeting rooms</a:t>
            </a:r>
          </a:p>
          <a:p>
            <a:r>
              <a:rPr lang="en-US" dirty="0" smtClean="0"/>
              <a:t>Reception room</a:t>
            </a:r>
            <a:endParaRPr lang="en-US" dirty="0"/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9787" y="2166761"/>
            <a:ext cx="3772426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23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We’re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700" y="1825625"/>
            <a:ext cx="9182100" cy="4351338"/>
          </a:xfrm>
        </p:spPr>
        <p:txBody>
          <a:bodyPr/>
          <a:lstStyle/>
          <a:p>
            <a:pPr>
              <a:lnSpc>
                <a:spcPct val="250000"/>
              </a:lnSpc>
            </a:pPr>
            <a:r>
              <a:rPr lang="en-US" dirty="0" smtClean="0"/>
              <a:t>Fine dining or a quick dessert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Weddings, reunions, receptions</a:t>
            </a:r>
          </a:p>
          <a:p>
            <a:pPr>
              <a:lnSpc>
                <a:spcPct val="250000"/>
              </a:lnSpc>
            </a:pPr>
            <a:r>
              <a:rPr lang="en-US" dirty="0" smtClean="0"/>
              <a:t>Quiet, comfortable</a:t>
            </a:r>
            <a:endParaRPr lang="en-US" dirty="0"/>
          </a:p>
        </p:txBody>
      </p:sp>
      <p:sp>
        <p:nvSpPr>
          <p:cNvPr id="4" name="Striped Right Arrow 3"/>
          <p:cNvSpPr/>
          <p:nvPr/>
        </p:nvSpPr>
        <p:spPr>
          <a:xfrm>
            <a:off x="739140" y="2217420"/>
            <a:ext cx="1074420" cy="70866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riped Right Arrow 4"/>
          <p:cNvSpPr/>
          <p:nvPr/>
        </p:nvSpPr>
        <p:spPr>
          <a:xfrm>
            <a:off x="739140" y="3452812"/>
            <a:ext cx="1074420" cy="70866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triped Right Arrow 5"/>
          <p:cNvSpPr/>
          <p:nvPr/>
        </p:nvSpPr>
        <p:spPr>
          <a:xfrm>
            <a:off x="739140" y="4688204"/>
            <a:ext cx="1074420" cy="70866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872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3900" y="2582545"/>
            <a:ext cx="10515600" cy="1325563"/>
          </a:xfrm>
        </p:spPr>
        <p:txBody>
          <a:bodyPr/>
          <a:lstStyle/>
          <a:p>
            <a:pPr algn="ctr"/>
            <a:r>
              <a:rPr lang="en-US" smtClean="0"/>
              <a:t>And that’s not all!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22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47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Coho Vineyard &amp; Winery</vt:lpstr>
      <vt:lpstr>Expanding Facilities and Vineyard</vt:lpstr>
      <vt:lpstr>We can’t wait…</vt:lpstr>
      <vt:lpstr>PowerPoint Presentation</vt:lpstr>
      <vt:lpstr>Our new building</vt:lpstr>
      <vt:lpstr>We’re done</vt:lpstr>
      <vt:lpstr>And that’s not all!</vt:lpstr>
    </vt:vector>
  </TitlesOfParts>
  <Manager>LPT</Manager>
  <Company>MOS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Coho Vineyard &amp; Winery</dc:title>
  <dc:subject>Coho</dc:subject>
  <dc:creator>Admin</dc:creator>
  <cp:keywords>Coho Vineyard &amp; Winery</cp:keywords>
  <cp:lastModifiedBy>Admin</cp:lastModifiedBy>
  <cp:revision>3</cp:revision>
  <dcterms:created xsi:type="dcterms:W3CDTF">2019-07-15T13:54:44Z</dcterms:created>
  <dcterms:modified xsi:type="dcterms:W3CDTF">2019-07-16T02:13:19Z</dcterms:modified>
  <cp:category>Coho Vineyard &amp; Winery</cp:category>
</cp:coreProperties>
</file>