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e Carter" initials="mw" lastIdx="1" clrIdx="0">
    <p:extLst>
      <p:ext uri="{19B8F6BF-5375-455C-9EA6-DF929625EA0E}">
        <p15:presenceInfo xmlns:p15="http://schemas.microsoft.com/office/powerpoint/2012/main" userId="Mike Car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3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Student</a:t>
            </a:r>
            <a:r>
              <a:rPr lang="en-US" baseline="0" dirty="0"/>
              <a:t> Engagement</a:t>
            </a:r>
            <a:endParaRPr lang="en-C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Inclusive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A35-4817-B9D5-CF4B17CA63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A35-4817-B9D5-CF4B17CA63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Inclusive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35-4817-B9D5-CF4B17CA6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1754328"/>
        <c:axId val="141753936"/>
      </c:barChart>
      <c:catAx>
        <c:axId val="141754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753936"/>
        <c:crosses val="autoZero"/>
        <c:auto val="1"/>
        <c:lblAlgn val="ctr"/>
        <c:lblOffset val="100"/>
        <c:noMultiLvlLbl val="0"/>
      </c:catAx>
      <c:valAx>
        <c:axId val="141753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754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6-09T10:25:30.760" idx="1">
    <p:pos x="4315" y="164"/>
    <p:text>Let's ask for picture ideas from colleagues.</p:text>
    <p:extLst>
      <p:ext uri="{C676402C-5697-4E1C-873F-D02D1690AC5C}">
        <p15:threadingInfo xmlns:p15="http://schemas.microsoft.com/office/powerpoint/2012/main" timeZoneBias="2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7B02C5-1BE1-455E-8400-AC987D87B96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951DAB61-8CB7-46A2-8ABC-F27577F0B6F5}">
      <dgm:prSet phldrT="[Text]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1</a:t>
          </a:r>
        </a:p>
      </dgm:t>
    </dgm:pt>
    <dgm:pt modelId="{97F3FF88-C447-4EED-B702-E05802BE71F5}" type="parTrans" cxnId="{046FB3A7-06E8-435F-920C-C5E6E23D8F0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355027B1-65C8-4975-9845-69BEE616CCE9}" type="sibTrans" cxnId="{046FB3A7-06E8-435F-920C-C5E6E23D8F0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7C99464-9113-4C26-BD3C-33BF7B523AC0}">
      <dgm:prSet phldrT="[Text]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3</a:t>
          </a:r>
        </a:p>
      </dgm:t>
    </dgm:pt>
    <dgm:pt modelId="{1CE4187A-6AEB-417C-B64C-AEC511FE41CE}" type="parTrans" cxnId="{89D17650-359F-4DAD-8311-B2D159D05B7C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261F848-8174-4EEA-830C-32CC20487CB5}" type="sibTrans" cxnId="{89D17650-359F-4DAD-8311-B2D159D05B7C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1DB16FC-27A3-4B7E-A0C6-2E41637165BD}">
      <dgm:prSet phldrT="[Text]"/>
      <dgm:spPr/>
      <dgm:t>
        <a:bodyPr/>
        <a:lstStyle/>
        <a:p>
          <a:r>
            <a:rPr lang="en-US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2</a:t>
          </a:r>
          <a:endParaRPr lang="en-US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AB21929-471F-4191-B1FF-9F4F0547D69D}" type="parTrans" cxnId="{4903234E-DFDC-454D-9A6D-A6D21F3F470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8524A7E-C375-47C2-A419-7DA768F77D0F}" type="sibTrans" cxnId="{4903234E-DFDC-454D-9A6D-A6D21F3F470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282B017-BB5D-49A6-93C7-E451376BC6EA}" type="pres">
      <dgm:prSet presAssocID="{F97B02C5-1BE1-455E-8400-AC987D87B96C}" presName="compositeShape" presStyleCnt="0">
        <dgm:presLayoutVars>
          <dgm:chMax val="7"/>
          <dgm:dir/>
          <dgm:resizeHandles val="exact"/>
        </dgm:presLayoutVars>
      </dgm:prSet>
      <dgm:spPr/>
    </dgm:pt>
    <dgm:pt modelId="{23087D64-4D78-49AC-AAD5-42CEE8476DC5}" type="pres">
      <dgm:prSet presAssocID="{951DAB61-8CB7-46A2-8ABC-F27577F0B6F5}" presName="circ1" presStyleLbl="vennNode1" presStyleIdx="0" presStyleCnt="3"/>
      <dgm:spPr/>
      <dgm:t>
        <a:bodyPr/>
        <a:lstStyle/>
        <a:p>
          <a:endParaRPr lang="en-US"/>
        </a:p>
      </dgm:t>
    </dgm:pt>
    <dgm:pt modelId="{D84CFCF0-9FFB-411B-99BD-F4989CE11547}" type="pres">
      <dgm:prSet presAssocID="{951DAB61-8CB7-46A2-8ABC-F27577F0B6F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EC1D6A-A785-4F57-89CF-42996C6C2411}" type="pres">
      <dgm:prSet presAssocID="{67C99464-9113-4C26-BD3C-33BF7B523AC0}" presName="circ2" presStyleLbl="vennNode1" presStyleIdx="1" presStyleCnt="3" custScaleX="105958"/>
      <dgm:spPr/>
      <dgm:t>
        <a:bodyPr/>
        <a:lstStyle/>
        <a:p>
          <a:endParaRPr lang="en-US"/>
        </a:p>
      </dgm:t>
    </dgm:pt>
    <dgm:pt modelId="{F8E9A5DB-1C67-4DD9-99D0-370A02725D51}" type="pres">
      <dgm:prSet presAssocID="{67C99464-9113-4C26-BD3C-33BF7B523AC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5514CB-A371-4211-A2E2-1FB8CB7386A7}" type="pres">
      <dgm:prSet presAssocID="{71DB16FC-27A3-4B7E-A0C6-2E41637165BD}" presName="circ3" presStyleLbl="vennNode1" presStyleIdx="2" presStyleCnt="3"/>
      <dgm:spPr/>
      <dgm:t>
        <a:bodyPr/>
        <a:lstStyle/>
        <a:p>
          <a:endParaRPr lang="en-US"/>
        </a:p>
      </dgm:t>
    </dgm:pt>
    <dgm:pt modelId="{B174F32F-6C40-4FC3-808F-EB6D5A40B0A3}" type="pres">
      <dgm:prSet presAssocID="{71DB16FC-27A3-4B7E-A0C6-2E41637165B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D17650-359F-4DAD-8311-B2D159D05B7C}" srcId="{F97B02C5-1BE1-455E-8400-AC987D87B96C}" destId="{67C99464-9113-4C26-BD3C-33BF7B523AC0}" srcOrd="1" destOrd="0" parTransId="{1CE4187A-6AEB-417C-B64C-AEC511FE41CE}" sibTransId="{F261F848-8174-4EEA-830C-32CC20487CB5}"/>
    <dgm:cxn modelId="{D9475C21-F514-48D7-B4CD-D79EA1A9C666}" type="presOf" srcId="{71DB16FC-27A3-4B7E-A0C6-2E41637165BD}" destId="{C35514CB-A371-4211-A2E2-1FB8CB7386A7}" srcOrd="0" destOrd="0" presId="urn:microsoft.com/office/officeart/2005/8/layout/venn1"/>
    <dgm:cxn modelId="{046FB3A7-06E8-435F-920C-C5E6E23D8F0B}" srcId="{F97B02C5-1BE1-455E-8400-AC987D87B96C}" destId="{951DAB61-8CB7-46A2-8ABC-F27577F0B6F5}" srcOrd="0" destOrd="0" parTransId="{97F3FF88-C447-4EED-B702-E05802BE71F5}" sibTransId="{355027B1-65C8-4975-9845-69BEE616CCE9}"/>
    <dgm:cxn modelId="{939DE352-85B5-4455-A317-DDB699598426}" type="presOf" srcId="{951DAB61-8CB7-46A2-8ABC-F27577F0B6F5}" destId="{23087D64-4D78-49AC-AAD5-42CEE8476DC5}" srcOrd="0" destOrd="0" presId="urn:microsoft.com/office/officeart/2005/8/layout/venn1"/>
    <dgm:cxn modelId="{4903234E-DFDC-454D-9A6D-A6D21F3F4707}" srcId="{F97B02C5-1BE1-455E-8400-AC987D87B96C}" destId="{71DB16FC-27A3-4B7E-A0C6-2E41637165BD}" srcOrd="2" destOrd="0" parTransId="{7AB21929-471F-4191-B1FF-9F4F0547D69D}" sibTransId="{58524A7E-C375-47C2-A419-7DA768F77D0F}"/>
    <dgm:cxn modelId="{CFAA55AF-07FB-44DA-A12B-0CDF1F086924}" type="presOf" srcId="{951DAB61-8CB7-46A2-8ABC-F27577F0B6F5}" destId="{D84CFCF0-9FFB-411B-99BD-F4989CE11547}" srcOrd="1" destOrd="0" presId="urn:microsoft.com/office/officeart/2005/8/layout/venn1"/>
    <dgm:cxn modelId="{FCFF0A72-2AD4-4D06-B2C9-1F8A8A90672E}" type="presOf" srcId="{67C99464-9113-4C26-BD3C-33BF7B523AC0}" destId="{F8E9A5DB-1C67-4DD9-99D0-370A02725D51}" srcOrd="1" destOrd="0" presId="urn:microsoft.com/office/officeart/2005/8/layout/venn1"/>
    <dgm:cxn modelId="{CC4FA9F0-7CA4-4C10-9AD6-52627FFC139B}" type="presOf" srcId="{67C99464-9113-4C26-BD3C-33BF7B523AC0}" destId="{35EC1D6A-A785-4F57-89CF-42996C6C2411}" srcOrd="0" destOrd="0" presId="urn:microsoft.com/office/officeart/2005/8/layout/venn1"/>
    <dgm:cxn modelId="{958FA992-A1D6-4FCB-B70A-03AD8F130D3B}" type="presOf" srcId="{71DB16FC-27A3-4B7E-A0C6-2E41637165BD}" destId="{B174F32F-6C40-4FC3-808F-EB6D5A40B0A3}" srcOrd="1" destOrd="0" presId="urn:microsoft.com/office/officeart/2005/8/layout/venn1"/>
    <dgm:cxn modelId="{B03F9E2C-D4BE-4AE7-B72C-8BFC7503AD0D}" type="presOf" srcId="{F97B02C5-1BE1-455E-8400-AC987D87B96C}" destId="{4282B017-BB5D-49A6-93C7-E451376BC6EA}" srcOrd="0" destOrd="0" presId="urn:microsoft.com/office/officeart/2005/8/layout/venn1"/>
    <dgm:cxn modelId="{4C7D2C0F-3802-4871-AC62-BA467406AC66}" type="presParOf" srcId="{4282B017-BB5D-49A6-93C7-E451376BC6EA}" destId="{23087D64-4D78-49AC-AAD5-42CEE8476DC5}" srcOrd="0" destOrd="0" presId="urn:microsoft.com/office/officeart/2005/8/layout/venn1"/>
    <dgm:cxn modelId="{0B1161B7-9252-41DA-8ABC-F04E1206E24B}" type="presParOf" srcId="{4282B017-BB5D-49A6-93C7-E451376BC6EA}" destId="{D84CFCF0-9FFB-411B-99BD-F4989CE11547}" srcOrd="1" destOrd="0" presId="urn:microsoft.com/office/officeart/2005/8/layout/venn1"/>
    <dgm:cxn modelId="{43778ECB-7336-4B5D-8B94-B574EECC72DB}" type="presParOf" srcId="{4282B017-BB5D-49A6-93C7-E451376BC6EA}" destId="{35EC1D6A-A785-4F57-89CF-42996C6C2411}" srcOrd="2" destOrd="0" presId="urn:microsoft.com/office/officeart/2005/8/layout/venn1"/>
    <dgm:cxn modelId="{F10BDFF2-5C5F-49F5-90FC-81F868B45CE7}" type="presParOf" srcId="{4282B017-BB5D-49A6-93C7-E451376BC6EA}" destId="{F8E9A5DB-1C67-4DD9-99D0-370A02725D51}" srcOrd="3" destOrd="0" presId="urn:microsoft.com/office/officeart/2005/8/layout/venn1"/>
    <dgm:cxn modelId="{A898DD13-0776-4D2A-90BA-0F3C38C8442F}" type="presParOf" srcId="{4282B017-BB5D-49A6-93C7-E451376BC6EA}" destId="{C35514CB-A371-4211-A2E2-1FB8CB7386A7}" srcOrd="4" destOrd="0" presId="urn:microsoft.com/office/officeart/2005/8/layout/venn1"/>
    <dgm:cxn modelId="{1D97D128-6924-4F0C-A7E9-783F3B20A8E3}" type="presParOf" srcId="{4282B017-BB5D-49A6-93C7-E451376BC6EA}" destId="{B174F32F-6C40-4FC3-808F-EB6D5A40B0A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9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8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1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7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8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5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9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0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5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Inspiration</a:t>
            </a:r>
          </a:p>
        </p:txBody>
      </p:sp>
    </p:spTree>
    <p:extLst>
      <p:ext uri="{BB962C8B-B14F-4D97-AF65-F5344CB8AC3E}">
        <p14:creationId xmlns:p14="http://schemas.microsoft.com/office/powerpoint/2010/main" val="4157637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6021238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111370279"/>
              </p:ext>
            </p:extLst>
          </p:nvPr>
        </p:nvGraphicFramePr>
        <p:xfrm>
          <a:off x="-952740" y="55576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ectangle 15"/>
          <p:cNvSpPr/>
          <p:nvPr/>
        </p:nvSpPr>
        <p:spPr>
          <a:xfrm>
            <a:off x="6303147" y="0"/>
            <a:ext cx="5888854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of a Kind</a:t>
            </a:r>
          </a:p>
        </p:txBody>
      </p:sp>
    </p:spTree>
    <p:extLst>
      <p:ext uri="{BB962C8B-B14F-4D97-AF65-F5344CB8AC3E}">
        <p14:creationId xmlns:p14="http://schemas.microsoft.com/office/powerpoint/2010/main" val="408044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Studying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Ourselves  </a:t>
            </a:r>
          </a:p>
        </p:txBody>
      </p:sp>
    </p:spTree>
    <p:extLst>
      <p:ext uri="{BB962C8B-B14F-4D97-AF65-F5344CB8AC3E}">
        <p14:creationId xmlns:p14="http://schemas.microsoft.com/office/powerpoint/2010/main" val="327422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5819" y="0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Study the ways in which our actions and school culture impacts students</a:t>
            </a:r>
          </a:p>
        </p:txBody>
      </p:sp>
    </p:spTree>
    <p:extLst>
      <p:ext uri="{BB962C8B-B14F-4D97-AF65-F5344CB8AC3E}">
        <p14:creationId xmlns:p14="http://schemas.microsoft.com/office/powerpoint/2010/main" val="149230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5819" y="0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 enrollment Increases with Inclusive Practices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ED25F43A-1602-4C9F-87C5-B8D0F4C48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883705"/>
              </p:ext>
            </p:extLst>
          </p:nvPr>
        </p:nvGraphicFramePr>
        <p:xfrm>
          <a:off x="131976" y="2350502"/>
          <a:ext cx="6096000" cy="23557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xmlns="" val="308201996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13774638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41234943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xmlns="" val="4083915818"/>
                    </a:ext>
                  </a:extLst>
                </a:gridCol>
              </a:tblGrid>
              <a:tr h="39269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Medical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Legal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Executive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73984343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29338496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40977062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345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6029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033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Engagement in Inclusive classrooms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xmlns="" id="{D0E676F6-6C48-4263-A2E7-A77EE14DC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1147"/>
              </p:ext>
            </p:extLst>
          </p:nvPr>
        </p:nvGraphicFramePr>
        <p:xfrm>
          <a:off x="5860869" y="1154490"/>
          <a:ext cx="6066970" cy="4279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72914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62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</cp:lastModifiedBy>
  <cp:revision>20</cp:revision>
  <dcterms:created xsi:type="dcterms:W3CDTF">2016-12-22T23:06:22Z</dcterms:created>
  <dcterms:modified xsi:type="dcterms:W3CDTF">2020-09-03T03:33:45Z</dcterms:modified>
</cp:coreProperties>
</file>