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51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9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44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3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3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22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2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4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66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64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9139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76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38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80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94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58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5E499-B8C9-4462-B001-C8397494506D}" type="datetimeFigureOut">
              <a:rPr lang="en-US" smtClean="0"/>
              <a:t>11-12-2020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D9009-B2A6-48A7-8F41-ABA350A76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820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5965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25" y="5152244"/>
            <a:ext cx="44005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69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COVERAGE HIGHTLIGHTS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Severe</a:t>
            </a:r>
          </a:p>
          <a:p>
            <a:r>
              <a:rPr lang="en-US" smtClean="0"/>
              <a:t>File</a:t>
            </a:r>
          </a:p>
          <a:p>
            <a:r>
              <a:rPr lang="en-US" smtClean="0"/>
              <a:t>War </a:t>
            </a:r>
          </a:p>
          <a:p>
            <a:r>
              <a:rPr lang="en-US" smtClean="0"/>
              <a:t>Pandemic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023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INCREASE IN NEW CUSTOMERS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2761414"/>
              </p:ext>
            </p:extLst>
          </p:nvPr>
        </p:nvGraphicFramePr>
        <p:xfrm>
          <a:off x="673308" y="46323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2013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178000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205000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420000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275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90543" y="539647"/>
            <a:ext cx="3013024" cy="132343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000" dirty="0" smtClean="0"/>
              <a:t>Protect Your </a:t>
            </a:r>
          </a:p>
          <a:p>
            <a:r>
              <a:rPr lang="en-US" sz="4000" dirty="0" smtClean="0"/>
              <a:t>Home Today </a:t>
            </a:r>
            <a:endParaRPr lang="en-US" sz="4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134" y="1455367"/>
            <a:ext cx="3743019" cy="2683168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12" y="3177915"/>
            <a:ext cx="4230815" cy="279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3659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20</TotalTime>
  <Words>22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Tw Cen MT</vt:lpstr>
      <vt:lpstr>Circuit</vt:lpstr>
      <vt:lpstr>PowerPoint Presentation</vt:lpstr>
      <vt:lpstr>COVERAGE HIGHTLIGHTS</vt:lpstr>
      <vt:lpstr>INCREASE IN NEW CUSTOMERS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2020-06-02T04:27:31Z</dcterms:created>
  <dcterms:modified xsi:type="dcterms:W3CDTF">2020-12-11T02:34:43Z</dcterms:modified>
</cp:coreProperties>
</file>