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Group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Group 1</c:v>
                </c:pt>
                <c:pt idx="1">
                  <c:v>Group 2</c:v>
                </c:pt>
                <c:pt idx="2">
                  <c:v>Group 3</c:v>
                </c:pt>
                <c:pt idx="3">
                  <c:v>Group 4</c:v>
                </c:pt>
                <c:pt idx="4">
                  <c:v>Group 5</c:v>
                </c:pt>
                <c:pt idx="5">
                  <c:v>Group 6</c:v>
                </c:pt>
                <c:pt idx="6">
                  <c:v>Group 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230</c:v>
                </c:pt>
                <c:pt idx="1">
                  <c:v>447</c:v>
                </c:pt>
                <c:pt idx="2">
                  <c:v>406</c:v>
                </c:pt>
                <c:pt idx="3">
                  <c:v>233</c:v>
                </c:pt>
                <c:pt idx="4">
                  <c:v>311</c:v>
                </c:pt>
                <c:pt idx="5">
                  <c:v>453</c:v>
                </c:pt>
                <c:pt idx="6">
                  <c:v>356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2327024"/>
        <c:axId val="192327416"/>
      </c:barChart>
      <c:catAx>
        <c:axId val="192327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327416"/>
        <c:crosses val="autoZero"/>
        <c:auto val="1"/>
        <c:lblAlgn val="ctr"/>
        <c:lblOffset val="100"/>
        <c:noMultiLvlLbl val="0"/>
      </c:catAx>
      <c:valAx>
        <c:axId val="192327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327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DAC3-F997-49D8-965E-661C3F3A8F73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A994D-E66A-44D8-815A-C2A4C1984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720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DAC3-F997-49D8-965E-661C3F3A8F73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A994D-E66A-44D8-815A-C2A4C1984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34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DAC3-F997-49D8-965E-661C3F3A8F73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A994D-E66A-44D8-815A-C2A4C1984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201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DAC3-F997-49D8-965E-661C3F3A8F73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A994D-E66A-44D8-815A-C2A4C1984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77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DAC3-F997-49D8-965E-661C3F3A8F73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A994D-E66A-44D8-815A-C2A4C1984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83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DAC3-F997-49D8-965E-661C3F3A8F73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A994D-E66A-44D8-815A-C2A4C1984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923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DAC3-F997-49D8-965E-661C3F3A8F73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A994D-E66A-44D8-815A-C2A4C1984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09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DAC3-F997-49D8-965E-661C3F3A8F73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A994D-E66A-44D8-815A-C2A4C1984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236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DAC3-F997-49D8-965E-661C3F3A8F73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A994D-E66A-44D8-815A-C2A4C1984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228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DAC3-F997-49D8-965E-661C3F3A8F73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A994D-E66A-44D8-815A-C2A4C1984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84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DAC3-F997-49D8-965E-661C3F3A8F73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A994D-E66A-44D8-815A-C2A4C1984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828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B5DAC3-F997-49D8-965E-661C3F3A8F73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3A994D-E66A-44D8-815A-C2A4C1984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888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52098" y="5414796"/>
            <a:ext cx="6831842" cy="1325563"/>
          </a:xfrm>
        </p:spPr>
        <p:txBody>
          <a:bodyPr/>
          <a:lstStyle/>
          <a:p>
            <a:pPr algn="r"/>
            <a:r>
              <a:rPr lang="en-US" dirty="0" smtClean="0"/>
              <a:t>HUMONGOUS</a:t>
            </a:r>
            <a:br>
              <a:rPr lang="en-US" dirty="0" smtClean="0"/>
            </a:br>
            <a:r>
              <a:rPr lang="en-US" dirty="0" smtClean="0"/>
              <a:t>LIFE INSURANCE</a:t>
            </a: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967"/>
          <a:stretch/>
        </p:blipFill>
        <p:spPr>
          <a:xfrm>
            <a:off x="19798" y="698600"/>
            <a:ext cx="12172202" cy="454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12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 OF POLICES BY GROUP SIZE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758558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29224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PRIVACY 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dirty="0" smtClean="0"/>
              <a:t>Introduction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 smtClean="0"/>
              <a:t>Welcome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 smtClean="0"/>
              <a:t>…</a:t>
            </a:r>
            <a:endParaRPr lang="en-US" dirty="0"/>
          </a:p>
          <a:p>
            <a:pPr marL="571500" indent="-571500">
              <a:buFont typeface="+mj-lt"/>
              <a:buAutoNum type="romanUcPeriod"/>
            </a:pPr>
            <a:endParaRPr lang="en-US" dirty="0" smtClean="0"/>
          </a:p>
          <a:p>
            <a:pPr marL="571500" indent="-571500">
              <a:buFont typeface="+mj-lt"/>
              <a:buAutoNum type="romanUcPeriod"/>
            </a:pPr>
            <a:endParaRPr lang="en-US" dirty="0"/>
          </a:p>
          <a:p>
            <a:pPr marL="571500" indent="-571500">
              <a:buFont typeface="+mj-lt"/>
              <a:buAutoNum type="romanUcPeriod"/>
            </a:pPr>
            <a:endParaRPr lang="en-US" dirty="0" smtClean="0"/>
          </a:p>
          <a:p>
            <a:pPr marL="571500" indent="-571500">
              <a:buFont typeface="+mj-lt"/>
              <a:buAutoNum type="romanUcPeriod"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Click here to view website</a:t>
            </a:r>
          </a:p>
        </p:txBody>
      </p:sp>
    </p:spTree>
    <p:extLst>
      <p:ext uri="{BB962C8B-B14F-4D97-AF65-F5344CB8AC3E}">
        <p14:creationId xmlns:p14="http://schemas.microsoft.com/office/powerpoint/2010/main" val="2241981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RICK FACTORS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Lifestyle</a:t>
            </a:r>
          </a:p>
          <a:p>
            <a:pPr lvl="1"/>
            <a:r>
              <a:rPr lang="en-US" dirty="0" smtClean="0"/>
              <a:t>Smoking</a:t>
            </a:r>
          </a:p>
          <a:p>
            <a:pPr lvl="1"/>
            <a:r>
              <a:rPr lang="en-US" dirty="0" smtClean="0"/>
              <a:t>Environment</a:t>
            </a:r>
          </a:p>
          <a:p>
            <a:pPr lvl="1"/>
            <a:r>
              <a:rPr lang="en-US" dirty="0" smtClean="0"/>
              <a:t>Alcohol</a:t>
            </a:r>
          </a:p>
          <a:p>
            <a:r>
              <a:rPr lang="en-US" dirty="0" smtClean="0"/>
              <a:t>Medical history</a:t>
            </a:r>
          </a:p>
          <a:p>
            <a:pPr lvl="1"/>
            <a:r>
              <a:rPr lang="en-US" dirty="0" smtClean="0"/>
              <a:t>Family history</a:t>
            </a:r>
          </a:p>
          <a:p>
            <a:pPr lvl="1"/>
            <a:r>
              <a:rPr lang="en-US" dirty="0" smtClean="0"/>
              <a:t>Conditional</a:t>
            </a:r>
          </a:p>
          <a:p>
            <a:pPr lvl="1"/>
            <a:r>
              <a:rPr lang="en-US" smtClean="0"/>
              <a:t>Medication</a:t>
            </a:r>
          </a:p>
        </p:txBody>
      </p:sp>
    </p:spTree>
    <p:extLst>
      <p:ext uri="{BB962C8B-B14F-4D97-AF65-F5344CB8AC3E}">
        <p14:creationId xmlns:p14="http://schemas.microsoft.com/office/powerpoint/2010/main" val="133674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30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HUMONGOUS LIFE INSURANCE</vt:lpstr>
      <vt:lpstr>NUMBER OF POLICES BY GROUP SIZE</vt:lpstr>
      <vt:lpstr>PRIVACY POLICY</vt:lpstr>
      <vt:lpstr>RICK FACTORS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</cp:revision>
  <dcterms:created xsi:type="dcterms:W3CDTF">2019-06-21T07:52:26Z</dcterms:created>
  <dcterms:modified xsi:type="dcterms:W3CDTF">2019-06-21T08:44:35Z</dcterms:modified>
</cp:coreProperties>
</file>