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10ED-6DDC-4642-96D8-38B4D058678F}" type="datetimeFigureOut">
              <a:rPr lang="vi-VN" smtClean="0"/>
              <a:t>13/02/2024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B460-2BF0-4DBE-95D8-B0C5C9701BF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721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10ED-6DDC-4642-96D8-38B4D058678F}" type="datetimeFigureOut">
              <a:rPr lang="vi-VN" smtClean="0"/>
              <a:t>13/02/2024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B460-2BF0-4DBE-95D8-B0C5C9701BF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47976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10ED-6DDC-4642-96D8-38B4D058678F}" type="datetimeFigureOut">
              <a:rPr lang="vi-VN" smtClean="0"/>
              <a:t>13/02/2024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B460-2BF0-4DBE-95D8-B0C5C9701BF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514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10ED-6DDC-4642-96D8-38B4D058678F}" type="datetimeFigureOut">
              <a:rPr lang="vi-VN" smtClean="0"/>
              <a:t>13/02/2024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B460-2BF0-4DBE-95D8-B0C5C9701BF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370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10ED-6DDC-4642-96D8-38B4D058678F}" type="datetimeFigureOut">
              <a:rPr lang="vi-VN" smtClean="0"/>
              <a:t>13/02/2024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B460-2BF0-4DBE-95D8-B0C5C9701BF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8103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10ED-6DDC-4642-96D8-38B4D058678F}" type="datetimeFigureOut">
              <a:rPr lang="vi-VN" smtClean="0"/>
              <a:t>13/02/2024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B460-2BF0-4DBE-95D8-B0C5C9701BF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4815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10ED-6DDC-4642-96D8-38B4D058678F}" type="datetimeFigureOut">
              <a:rPr lang="vi-VN" smtClean="0"/>
              <a:t>13/02/2024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B460-2BF0-4DBE-95D8-B0C5C9701BF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367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10ED-6DDC-4642-96D8-38B4D058678F}" type="datetimeFigureOut">
              <a:rPr lang="vi-VN" smtClean="0"/>
              <a:t>13/02/2024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B460-2BF0-4DBE-95D8-B0C5C9701BF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576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10ED-6DDC-4642-96D8-38B4D058678F}" type="datetimeFigureOut">
              <a:rPr lang="vi-VN" smtClean="0"/>
              <a:t>13/02/2024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B460-2BF0-4DBE-95D8-B0C5C9701BF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5615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10ED-6DDC-4642-96D8-38B4D058678F}" type="datetimeFigureOut">
              <a:rPr lang="vi-VN" smtClean="0"/>
              <a:t>13/02/2024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B460-2BF0-4DBE-95D8-B0C5C9701BF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34818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10ED-6DDC-4642-96D8-38B4D058678F}" type="datetimeFigureOut">
              <a:rPr lang="vi-VN" smtClean="0"/>
              <a:t>13/02/2024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B460-2BF0-4DBE-95D8-B0C5C9701BF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57345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A10ED-6DDC-4642-96D8-38B4D058678F}" type="datetimeFigureOut">
              <a:rPr lang="vi-VN" smtClean="0"/>
              <a:t>13/02/2024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DB460-2BF0-4DBE-95D8-B0C5C9701BF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800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 Your Campus</a:t>
            </a:r>
            <a:endParaRPr lang="vi-V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692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Your Art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6785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Discover Your Campus</vt:lpstr>
      <vt:lpstr>Display Your Art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 Your Campus</dc:title>
  <dc:creator>Administrator</dc:creator>
  <cp:lastModifiedBy>Administrator</cp:lastModifiedBy>
  <cp:revision>1</cp:revision>
  <dcterms:created xsi:type="dcterms:W3CDTF">2024-02-13T05:34:27Z</dcterms:created>
  <dcterms:modified xsi:type="dcterms:W3CDTF">2024-02-13T05:35:06Z</dcterms:modified>
</cp:coreProperties>
</file>